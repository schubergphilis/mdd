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/>
              <a:t>PowerPoint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This is a simple example file created on SharePoint using the default </a:t>
            </a:r>
            <a:r>
              <a:rPr lang="en-GB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Example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2026-05-19T19:19:36Z</dcterms:created>
  <dcterms:modified xsi:type="dcterms:W3CDTF">2026-05-19T19:20:08Z</dcterms:modified>
</cp:coreProperties>
</file>