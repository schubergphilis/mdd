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8"/>
  </p:sldMasterIdLst>
  <p:notesMasterIdLst>
    <p:notesMasterId r:id="rId20"/>
  </p:notesMasterIdLst>
  <p:handoutMasterIdLst>
    <p:handoutMasterId r:id="rId21"/>
  </p:handoutMasterIdLst>
  <p:sldIdLst>
    <p:sldId id="256" r:id="rId19"/>
  </p:sldIdLst>
  <p:sldSz cx="12192000" cy="6858000"/>
  <p:notesSz cx="6858000" cy="9144000"/>
  <p:embeddedFontLst>
    <p:embeddedFont>
      <p:font typeface="Arial" panose="02000503020000020004" pitchFamily="2" charset="0"/>
      <p:regular r:id="rId22"/>
      <p:bold r:id="rId23"/>
      <p:italic r:id="rId24"/>
      <p:boldItalic r:id="rId25"/>
    </p:embeddedFont>
    <p:embeddedFont>
      <p:font typeface="Arial Black" panose="02000503020000020004" pitchFamily="2" charset="0"/>
      <p:bold r:id="rId26"/>
      <p:italic r:id="rId27"/>
      <p:boldItalic r:id="rId28"/>
    </p:embeddedFont>
    <p:embeddedFont>
      <p:font typeface="Arial" panose="02000503020000020004" pitchFamily="2" charset="0"/>
      <p:regular r:id="rId29"/>
      <p:bold r:id="rId30"/>
      <p:italic r:id="rId31"/>
      <p:boldItalic r:id="rId32"/>
    </p:embeddedFont>
    <p:embeddedFont>
      <p:font typeface="Consolas" panose="02000506030000020004" pitchFamily="2" charset="0"/>
      <p:regular r:id="rId33"/>
      <p:bold r:id="rId34"/>
      <p:italic r:id="rId35"/>
      <p:boldItalic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E7AA"/>
    <a:srgbClr val="E876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276" autoAdjust="0"/>
  </p:normalViewPr>
  <p:slideViewPr>
    <p:cSldViewPr snapToGrid="0" showGuides="1">
      <p:cViewPr varScale="1">
        <p:scale>
          <a:sx n="121" d="100"/>
          <a:sy n="121" d="100"/>
        </p:scale>
        <p:origin x="36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276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slideMaster" Target="slideMasters/slideMaster1.xml"/><Relationship Id="rId26" Type="http://schemas.openxmlformats.org/officeDocument/2006/relationships/font" Target="fonts/font5.fntdata"/><Relationship Id="rId39" Type="http://schemas.openxmlformats.org/officeDocument/2006/relationships/theme" Target="theme/theme1.xml"/><Relationship Id="rId21" Type="http://schemas.openxmlformats.org/officeDocument/2006/relationships/handoutMaster" Target="handoutMasters/handoutMaster1.xml"/><Relationship Id="rId34" Type="http://schemas.openxmlformats.org/officeDocument/2006/relationships/font" Target="fonts/font13.fntdata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9" Type="http://schemas.openxmlformats.org/officeDocument/2006/relationships/slide" Target="slides/slide1.xml"/><Relationship Id="rId31" Type="http://schemas.openxmlformats.org/officeDocument/2006/relationships/font" Target="fonts/font10.fntdata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8">
            <a:extLst>
              <a:ext uri="{FF2B5EF4-FFF2-40B4-BE49-F238E27FC236}">
                <a16:creationId xmlns:a16="http://schemas.microsoft.com/office/drawing/2014/main" id="{AE845206-9D4B-4268-8A29-9556DF4E229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760535" y="8752305"/>
            <a:ext cx="1592595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latin typeface="+mn-lt"/>
              </a:defRPr>
            </a:lvl1pPr>
          </a:lstStyle>
          <a:p>
            <a:fld id="{681EF29B-F0DE-4A5D-971E-F0D2D074F34E}" type="datetime4">
              <a:rPr lang="en-GB" smtClean="0"/>
              <a:t>20 May 2026</a:t>
            </a:fld>
            <a:endParaRPr lang="en-GB" sz="800" dirty="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DF349B49-B9DF-4BAC-A781-810C4D36F4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760535" y="8570490"/>
            <a:ext cx="1592595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latin typeface="+mn-lt"/>
              </a:defRPr>
            </a:lvl1pPr>
          </a:lstStyle>
          <a:p>
            <a:fld id="{A16CFAD1-D197-4A88-B173-A6412E995EE5}" type="slidenum">
              <a:rPr lang="en-GB" smtClean="0"/>
              <a:pPr/>
              <a:t>‹#›</a:t>
            </a:fld>
            <a:endParaRPr lang="en-GB" sz="800" dirty="0"/>
          </a:p>
        </p:txBody>
      </p:sp>
      <p:sp>
        <p:nvSpPr>
          <p:cNvPr id="12" name="Footer Placeholder 10">
            <a:extLst>
              <a:ext uri="{FF2B5EF4-FFF2-40B4-BE49-F238E27FC236}">
                <a16:creationId xmlns:a16="http://schemas.microsoft.com/office/drawing/2014/main" id="{4B53B10D-D604-4E2D-B18E-A2B8163CC1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46366" y="8752305"/>
            <a:ext cx="4308538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latin typeface="+mn-lt"/>
              </a:defRPr>
            </a:lvl1pPr>
          </a:lstStyle>
          <a:p>
            <a:endParaRPr lang="en-GB" sz="800" dirty="0"/>
          </a:p>
        </p:txBody>
      </p:sp>
      <p:sp>
        <p:nvSpPr>
          <p:cNvPr id="13" name="Header Placeholder 12">
            <a:extLst>
              <a:ext uri="{FF2B5EF4-FFF2-40B4-BE49-F238E27FC236}">
                <a16:creationId xmlns:a16="http://schemas.microsoft.com/office/drawing/2014/main" id="{0225AF11-4B47-41F0-B130-3DC91DD63C4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46366" y="8570490"/>
            <a:ext cx="4308538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latin typeface="+mn-lt"/>
              </a:defRPr>
            </a:lvl1pPr>
          </a:lstStyle>
          <a:p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otes Placeholder 7">
            <a:extLst>
              <a:ext uri="{FF2B5EF4-FFF2-40B4-BE49-F238E27FC236}">
                <a16:creationId xmlns:a16="http://schemas.microsoft.com/office/drawing/2014/main" id="{ED603FBB-C012-44F8-8D4E-1E5BCC635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60000" y="5314247"/>
            <a:ext cx="6138000" cy="31109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Slide Image Placeholder 11">
            <a:extLst>
              <a:ext uri="{FF2B5EF4-FFF2-40B4-BE49-F238E27FC236}">
                <a16:creationId xmlns:a16="http://schemas.microsoft.com/office/drawing/2014/main" id="{CE09EA81-6923-4332-8C9E-30AE045AFB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60000" y="1479581"/>
            <a:ext cx="6138000" cy="345247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17" name="Date Placeholder 8">
            <a:extLst>
              <a:ext uri="{FF2B5EF4-FFF2-40B4-BE49-F238E27FC236}">
                <a16:creationId xmlns:a16="http://schemas.microsoft.com/office/drawing/2014/main" id="{8EBAC05E-8F24-4752-8343-003B6B511FC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760535" y="8752305"/>
            <a:ext cx="1737465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latin typeface="+mn-lt"/>
              </a:defRPr>
            </a:lvl1pPr>
          </a:lstStyle>
          <a:p>
            <a:fld id="{681EF29B-F0DE-4A5D-971E-F0D2D074F34E}" type="datetime4">
              <a:rPr lang="en-GB" smtClean="0"/>
              <a:t>20 May 2026</a:t>
            </a:fld>
            <a:endParaRPr lang="en-GB" sz="800" dirty="0"/>
          </a:p>
        </p:txBody>
      </p:sp>
      <p:sp>
        <p:nvSpPr>
          <p:cNvPr id="18" name="Slide Number Placeholder 9">
            <a:extLst>
              <a:ext uri="{FF2B5EF4-FFF2-40B4-BE49-F238E27FC236}">
                <a16:creationId xmlns:a16="http://schemas.microsoft.com/office/drawing/2014/main" id="{1D693BA3-BE27-457C-84EF-2CE89AE4D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760535" y="8570490"/>
            <a:ext cx="1737465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latin typeface="+mn-lt"/>
              </a:defRPr>
            </a:lvl1pPr>
          </a:lstStyle>
          <a:p>
            <a:fld id="{A16CFAD1-D197-4A88-B173-A6412E995EE5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9" name="Footer Placeholder 10">
            <a:extLst>
              <a:ext uri="{FF2B5EF4-FFF2-40B4-BE49-F238E27FC236}">
                <a16:creationId xmlns:a16="http://schemas.microsoft.com/office/drawing/2014/main" id="{F71DC945-9758-4703-A041-B00CC90596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353656" y="8752305"/>
            <a:ext cx="4401248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latin typeface="+mn-lt"/>
              </a:defRPr>
            </a:lvl1pPr>
          </a:lstStyle>
          <a:p>
            <a:endParaRPr lang="en-GB" sz="800"/>
          </a:p>
        </p:txBody>
      </p:sp>
      <p:sp>
        <p:nvSpPr>
          <p:cNvPr id="20" name="Header Placeholder 12">
            <a:extLst>
              <a:ext uri="{FF2B5EF4-FFF2-40B4-BE49-F238E27FC236}">
                <a16:creationId xmlns:a16="http://schemas.microsoft.com/office/drawing/2014/main" id="{9AA08409-7D69-4F6B-8F0E-3BF399AD47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53656" y="8570490"/>
            <a:ext cx="4401248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latin typeface="+mn-lt"/>
              </a:defRPr>
            </a:lvl1pPr>
          </a:lstStyle>
          <a:p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84232E17-181A-4DEF-8226-82B3CC204DF3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2A2EC21-8C3D-43A8-8087-4FC1FCE0EB4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custGeom>
            <a:avLst/>
            <a:gdLst>
              <a:gd name="connsiteX0" fmla="*/ 0 w 12193200"/>
              <a:gd name="connsiteY0" fmla="*/ 0 h 6861600"/>
              <a:gd name="connsiteX1" fmla="*/ 12193200 w 12193200"/>
              <a:gd name="connsiteY1" fmla="*/ 0 h 6861600"/>
              <a:gd name="connsiteX2" fmla="*/ 12193200 w 12193200"/>
              <a:gd name="connsiteY2" fmla="*/ 5251711 h 6861600"/>
              <a:gd name="connsiteX3" fmla="*/ 12180736 w 12193200"/>
              <a:gd name="connsiteY3" fmla="*/ 5369382 h 6861600"/>
              <a:gd name="connsiteX4" fmla="*/ 10546142 w 12193200"/>
              <a:gd name="connsiteY4" fmla="*/ 6860060 h 6861600"/>
              <a:gd name="connsiteX5" fmla="*/ 12193200 w 12193200"/>
              <a:gd name="connsiteY5" fmla="*/ 6860060 h 6861600"/>
              <a:gd name="connsiteX6" fmla="*/ 12193200 w 12193200"/>
              <a:gd name="connsiteY6" fmla="*/ 6861600 h 6861600"/>
              <a:gd name="connsiteX7" fmla="*/ 0 w 12193200"/>
              <a:gd name="connsiteY7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3200" h="6861600">
                <a:moveTo>
                  <a:pt x="0" y="0"/>
                </a:moveTo>
                <a:lnTo>
                  <a:pt x="12193200" y="0"/>
                </a:lnTo>
                <a:lnTo>
                  <a:pt x="12193200" y="5251711"/>
                </a:lnTo>
                <a:lnTo>
                  <a:pt x="12180736" y="5369382"/>
                </a:lnTo>
                <a:cubicBezTo>
                  <a:pt x="12059501" y="6158058"/>
                  <a:pt x="11394307" y="6809417"/>
                  <a:pt x="10546142" y="6860060"/>
                </a:cubicBezTo>
                <a:lnTo>
                  <a:pt x="12193200" y="6860060"/>
                </a:lnTo>
                <a:lnTo>
                  <a:pt x="12193200" y="6861600"/>
                </a:lnTo>
                <a:lnTo>
                  <a:pt x="0" y="68616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08000">
            <a:noAutofit/>
          </a:bodyPr>
          <a:lstStyle>
            <a:lvl1pPr marL="0" indent="0" algn="l">
              <a:buNone/>
              <a:defRPr sz="1400"/>
            </a:lvl1pPr>
          </a:lstStyle>
          <a:p>
            <a:r>
              <a:rPr lang="en-GB" dirty="0"/>
              <a:t>Click here and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62013" y="1939924"/>
            <a:ext cx="8129587" cy="347357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2013" y="5600700"/>
            <a:ext cx="8129587" cy="3937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1600">
                <a:latin typeface="Consolas" panose="02000506030000020004" pitchFamily="2" charset="0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940713" y="5797550"/>
            <a:ext cx="1414674" cy="425154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GB" noProof="0" dirty="0"/>
              <a:t>.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B4DBC4B-7E16-45D0-B72A-99EBDFD166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3297A132-C2EE-4CE3-8B75-B1FDFF50D46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571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DD4E8B3-7996-4DBD-A508-50593F228703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6BA98F-03FA-4CA3-95F1-8FC74D7DDD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2013" y="1939924"/>
            <a:ext cx="5994966" cy="3473575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ED23B80-3205-4E67-B177-E1676DE01E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2013" y="5600700"/>
            <a:ext cx="5994966" cy="3937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1600">
                <a:solidFill>
                  <a:schemeClr val="bg1"/>
                </a:solidFill>
                <a:latin typeface="Consolas" panose="02000506030000020004" pitchFamily="2" charset="0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 dirty="0"/>
              <a:t>Click to add subtitle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A7D3283-D112-4CB5-BFC8-DA1098D0BE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3435" y="835022"/>
            <a:ext cx="1413494" cy="424800"/>
          </a:xfrm>
          <a:prstGeom prst="rect">
            <a:avLst/>
          </a:prstGeom>
        </p:spPr>
      </p:pic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CD1E30FB-719C-4D73-B82C-5AFD92C5DD8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036981" y="0"/>
            <a:ext cx="5155020" cy="6858000"/>
          </a:xfrm>
          <a:custGeom>
            <a:avLst/>
            <a:gdLst>
              <a:gd name="connsiteX0" fmla="*/ 0 w 5155020"/>
              <a:gd name="connsiteY0" fmla="*/ 0 h 6858000"/>
              <a:gd name="connsiteX1" fmla="*/ 5155020 w 5155020"/>
              <a:gd name="connsiteY1" fmla="*/ 0 h 6858000"/>
              <a:gd name="connsiteX2" fmla="*/ 5155020 w 5155020"/>
              <a:gd name="connsiteY2" fmla="*/ 6858000 h 6858000"/>
              <a:gd name="connsiteX3" fmla="*/ 1607512 w 5155020"/>
              <a:gd name="connsiteY3" fmla="*/ 6858000 h 6858000"/>
              <a:gd name="connsiteX4" fmla="*/ 1452208 w 5155020"/>
              <a:gd name="connsiteY4" fmla="*/ 6841550 h 6858000"/>
              <a:gd name="connsiteX5" fmla="*/ 623324 w 5155020"/>
              <a:gd name="connsiteY5" fmla="*/ 6467967 h 6858000"/>
              <a:gd name="connsiteX6" fmla="*/ 510361 w 5155020"/>
              <a:gd name="connsiteY6" fmla="*/ 6366201 h 6858000"/>
              <a:gd name="connsiteX7" fmla="*/ 509288 w 5155020"/>
              <a:gd name="connsiteY7" fmla="*/ 6365140 h 6858000"/>
              <a:gd name="connsiteX8" fmla="*/ 409582 w 5155020"/>
              <a:gd name="connsiteY8" fmla="*/ 6258081 h 6858000"/>
              <a:gd name="connsiteX9" fmla="*/ 402322 w 5155020"/>
              <a:gd name="connsiteY9" fmla="*/ 6249611 h 6858000"/>
              <a:gd name="connsiteX10" fmla="*/ 318384 w 5155020"/>
              <a:gd name="connsiteY10" fmla="*/ 6141814 h 6858000"/>
              <a:gd name="connsiteX11" fmla="*/ 306915 w 5155020"/>
              <a:gd name="connsiteY11" fmla="*/ 6125935 h 6858000"/>
              <a:gd name="connsiteX12" fmla="*/ 237442 w 5155020"/>
              <a:gd name="connsiteY12" fmla="*/ 6018115 h 6858000"/>
              <a:gd name="connsiteX13" fmla="*/ 223346 w 5155020"/>
              <a:gd name="connsiteY13" fmla="*/ 5994677 h 6858000"/>
              <a:gd name="connsiteX14" fmla="*/ 167432 w 5155020"/>
              <a:gd name="connsiteY14" fmla="*/ 5887792 h 6858000"/>
              <a:gd name="connsiteX15" fmla="*/ 152032 w 5155020"/>
              <a:gd name="connsiteY15" fmla="*/ 5856418 h 6858000"/>
              <a:gd name="connsiteX16" fmla="*/ 109039 w 5155020"/>
              <a:gd name="connsiteY16" fmla="*/ 5751884 h 6858000"/>
              <a:gd name="connsiteX17" fmla="*/ 93473 w 5155020"/>
              <a:gd name="connsiteY17" fmla="*/ 5711743 h 6858000"/>
              <a:gd name="connsiteX18" fmla="*/ 62999 w 5155020"/>
              <a:gd name="connsiteY18" fmla="*/ 5612185 h 6858000"/>
              <a:gd name="connsiteX19" fmla="*/ 48215 w 5155020"/>
              <a:gd name="connsiteY19" fmla="*/ 5561231 h 6858000"/>
              <a:gd name="connsiteX20" fmla="*/ 30248 w 5155020"/>
              <a:gd name="connsiteY20" fmla="*/ 5473786 h 6858000"/>
              <a:gd name="connsiteX21" fmla="*/ 16840 w 5155020"/>
              <a:gd name="connsiteY21" fmla="*/ 5405454 h 6858000"/>
              <a:gd name="connsiteX22" fmla="*/ 13926 w 5155020"/>
              <a:gd name="connsiteY22" fmla="*/ 5378414 h 6858000"/>
              <a:gd name="connsiteX23" fmla="*/ 667 w 5155020"/>
              <a:gd name="connsiteY23" fmla="*/ 5251815 h 6858000"/>
              <a:gd name="connsiteX24" fmla="*/ 667 w 5155020"/>
              <a:gd name="connsiteY24" fmla="*/ 5255341 h 6858000"/>
              <a:gd name="connsiteX25" fmla="*/ 0 w 5155020"/>
              <a:gd name="connsiteY25" fmla="*/ 524914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5155020" h="6858000">
                <a:moveTo>
                  <a:pt x="0" y="0"/>
                </a:moveTo>
                <a:lnTo>
                  <a:pt x="5155020" y="0"/>
                </a:lnTo>
                <a:lnTo>
                  <a:pt x="5155020" y="6858000"/>
                </a:lnTo>
                <a:lnTo>
                  <a:pt x="1607512" y="6858000"/>
                </a:lnTo>
                <a:lnTo>
                  <a:pt x="1452208" y="6841550"/>
                </a:lnTo>
                <a:cubicBezTo>
                  <a:pt x="1144879" y="6794307"/>
                  <a:pt x="858954" y="6662278"/>
                  <a:pt x="623324" y="6467967"/>
                </a:cubicBezTo>
                <a:lnTo>
                  <a:pt x="510361" y="6366201"/>
                </a:lnTo>
                <a:lnTo>
                  <a:pt x="509288" y="6365140"/>
                </a:lnTo>
                <a:lnTo>
                  <a:pt x="409582" y="6258081"/>
                </a:lnTo>
                <a:lnTo>
                  <a:pt x="402322" y="6249611"/>
                </a:lnTo>
                <a:lnTo>
                  <a:pt x="318384" y="6141814"/>
                </a:lnTo>
                <a:lnTo>
                  <a:pt x="306915" y="6125935"/>
                </a:lnTo>
                <a:lnTo>
                  <a:pt x="237442" y="6018115"/>
                </a:lnTo>
                <a:lnTo>
                  <a:pt x="223346" y="5994677"/>
                </a:lnTo>
                <a:lnTo>
                  <a:pt x="167432" y="5887792"/>
                </a:lnTo>
                <a:lnTo>
                  <a:pt x="152032" y="5856418"/>
                </a:lnTo>
                <a:lnTo>
                  <a:pt x="109039" y="5751884"/>
                </a:lnTo>
                <a:lnTo>
                  <a:pt x="93473" y="5711743"/>
                </a:lnTo>
                <a:lnTo>
                  <a:pt x="62999" y="5612185"/>
                </a:lnTo>
                <a:lnTo>
                  <a:pt x="48215" y="5561231"/>
                </a:lnTo>
                <a:lnTo>
                  <a:pt x="30248" y="5473786"/>
                </a:lnTo>
                <a:lnTo>
                  <a:pt x="16840" y="5405454"/>
                </a:lnTo>
                <a:lnTo>
                  <a:pt x="13926" y="5378414"/>
                </a:lnTo>
                <a:lnTo>
                  <a:pt x="667" y="5251815"/>
                </a:lnTo>
                <a:lnTo>
                  <a:pt x="667" y="5255341"/>
                </a:lnTo>
                <a:lnTo>
                  <a:pt x="0" y="524914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72000" tIns="72000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GB" dirty="0"/>
              <a:t>Click here and insert an image</a:t>
            </a:r>
          </a:p>
        </p:txBody>
      </p:sp>
      <p:sp>
        <p:nvSpPr>
          <p:cNvPr id="10" name="Date Placeholder 6" hidden="1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69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84232E17-181A-4DEF-8226-82B3CC204DF3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1FECDFA-F239-43D8-9C96-613EED002D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3482" y="5797550"/>
            <a:ext cx="1413494" cy="424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62013" y="1939924"/>
            <a:ext cx="8129587" cy="3473575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2013" y="5600700"/>
            <a:ext cx="8129587" cy="3937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1600">
                <a:solidFill>
                  <a:schemeClr val="bg1"/>
                </a:solidFill>
                <a:latin typeface="Consolas" panose="02000506030000020004" pitchFamily="2" charset="0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B4DBC4B-7E16-45D0-B72A-99EBDFD166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3297A132-C2EE-4CE3-8B75-B1FDFF50D46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3487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292066-374E-4534-B84F-F731CE0309E8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0D0C99B-9660-4E71-957E-484C88C1BB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3482" y="5797550"/>
            <a:ext cx="1413494" cy="4248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3EF58A-799D-4CD1-BAE7-4E1D5BCB4A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2014" y="862013"/>
            <a:ext cx="10467972" cy="585786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2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CB2242-44C8-4949-A75D-DA47FCD323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014" y="1447799"/>
            <a:ext cx="10467972" cy="892176"/>
          </a:xfrm>
        </p:spPr>
        <p:txBody>
          <a:bodyPr/>
          <a:lstStyle>
            <a:lvl1pPr>
              <a:defRPr spc="-300">
                <a:solidFill>
                  <a:schemeClr val="bg1"/>
                </a:solidFill>
                <a:latin typeface="Arial" panose="02000503020000020004" pitchFamily="2" charset="0"/>
              </a:defRPr>
            </a:lvl1pPr>
          </a:lstStyle>
          <a:p>
            <a:r>
              <a:rPr lang="en-GB" dirty="0"/>
              <a:t>Click to add agenda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62013" y="3073399"/>
            <a:ext cx="10467972" cy="2687321"/>
          </a:xfrm>
        </p:spPr>
        <p:txBody>
          <a:bodyPr/>
          <a:lstStyle>
            <a:lvl1pPr marL="180000" indent="-180000"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  <a:latin typeface="+mn-lt"/>
              </a:defRPr>
            </a:lvl1pPr>
            <a:lvl2pPr marL="180000" indent="-180000">
              <a:spcBef>
                <a:spcPts val="1200"/>
              </a:spcBef>
              <a:buFont typeface="Arial" panose="020B0604020202020204" pitchFamily="34" charset="0"/>
              <a:buChar char="•"/>
              <a:defRPr sz="1800" b="1">
                <a:solidFill>
                  <a:schemeClr val="bg1"/>
                </a:solidFill>
                <a:latin typeface="+mn-lt"/>
              </a:defRPr>
            </a:lvl2pPr>
            <a:lvl3pPr marL="180000" indent="-180000">
              <a:spcBef>
                <a:spcPts val="1200"/>
              </a:spcBef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 marL="180000" indent="-180000">
              <a:spcBef>
                <a:spcPts val="1200"/>
              </a:spcBef>
              <a:buFont typeface="Arial" panose="020B0604020202020204" pitchFamily="34" charset="0"/>
              <a:buChar char="•"/>
              <a:defRPr sz="1800" b="1">
                <a:solidFill>
                  <a:schemeClr val="bg1"/>
                </a:solidFill>
                <a:latin typeface="+mn-lt"/>
              </a:defRPr>
            </a:lvl4pPr>
            <a:lvl5pPr marL="180000" indent="-180000">
              <a:spcBef>
                <a:spcPts val="1200"/>
              </a:spcBef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  <a:latin typeface="+mn-lt"/>
              </a:defRPr>
            </a:lvl5pPr>
            <a:lvl6pPr marL="180000" indent="-180000">
              <a:spcBef>
                <a:spcPts val="1200"/>
              </a:spcBef>
              <a:buFont typeface="Arial" panose="020B0604020202020204" pitchFamily="34" charset="0"/>
              <a:buChar char="•"/>
              <a:defRPr sz="1800" b="1">
                <a:solidFill>
                  <a:schemeClr val="bg1"/>
                </a:solidFill>
                <a:latin typeface="+mn-lt"/>
              </a:defRPr>
            </a:lvl6pPr>
            <a:lvl7pPr marL="180000" indent="-180000">
              <a:spcBef>
                <a:spcPts val="1200"/>
              </a:spcBef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  <a:latin typeface="+mn-lt"/>
              </a:defRPr>
            </a:lvl7pPr>
            <a:lvl8pPr marL="180000" indent="-180000">
              <a:spcBef>
                <a:spcPts val="1200"/>
              </a:spcBef>
              <a:buFont typeface="Arial" panose="020B0604020202020204" pitchFamily="34" charset="0"/>
              <a:buChar char="•"/>
              <a:defRPr sz="1800" b="1">
                <a:solidFill>
                  <a:schemeClr val="bg1"/>
                </a:solidFill>
                <a:latin typeface="+mn-lt"/>
              </a:defRPr>
            </a:lvl8pPr>
            <a:lvl9pPr marL="180000" indent="-180000">
              <a:spcBef>
                <a:spcPts val="1200"/>
              </a:spcBef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Click to add agenda point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49210AA-C3AC-483F-A85B-49BEC78DF48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9A8D7DC6-E524-43F5-85EB-0F5C1975BB5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AE5F59A-9E05-4AE7-A9E5-68AC5A7EC56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317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14D508E-43FE-497D-8406-64CA4D5889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2014" y="862013"/>
            <a:ext cx="5814401" cy="585786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1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6BA98F-03FA-4CA3-95F1-8FC74D7DDD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2013" y="1447799"/>
            <a:ext cx="5814402" cy="892176"/>
          </a:xfrm>
        </p:spPr>
        <p:txBody>
          <a:bodyPr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04F17-F779-486C-AEF5-98F2074C2D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2013" y="2699976"/>
            <a:ext cx="5813853" cy="329442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                                                                                     Enter &amp; Tab for next text level                                                  Shift &amp; Tab to go back in levels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892FF22-3E86-4A7C-925E-2419ED2BF45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036981" y="0"/>
            <a:ext cx="5155020" cy="6858000"/>
          </a:xfrm>
          <a:custGeom>
            <a:avLst/>
            <a:gdLst>
              <a:gd name="connsiteX0" fmla="*/ 0 w 5155020"/>
              <a:gd name="connsiteY0" fmla="*/ 0 h 6858000"/>
              <a:gd name="connsiteX1" fmla="*/ 3547497 w 5155020"/>
              <a:gd name="connsiteY1" fmla="*/ 0 h 6858000"/>
              <a:gd name="connsiteX2" fmla="*/ 5155020 w 5155020"/>
              <a:gd name="connsiteY2" fmla="*/ 1608861 h 6858000"/>
              <a:gd name="connsiteX3" fmla="*/ 5155020 w 5155020"/>
              <a:gd name="connsiteY3" fmla="*/ 6858000 h 6858000"/>
              <a:gd name="connsiteX4" fmla="*/ 1607512 w 5155020"/>
              <a:gd name="connsiteY4" fmla="*/ 6858000 h 6858000"/>
              <a:gd name="connsiteX5" fmla="*/ 1452208 w 5155020"/>
              <a:gd name="connsiteY5" fmla="*/ 6841550 h 6858000"/>
              <a:gd name="connsiteX6" fmla="*/ 623324 w 5155020"/>
              <a:gd name="connsiteY6" fmla="*/ 6467967 h 6858000"/>
              <a:gd name="connsiteX7" fmla="*/ 510361 w 5155020"/>
              <a:gd name="connsiteY7" fmla="*/ 6366201 h 6858000"/>
              <a:gd name="connsiteX8" fmla="*/ 509288 w 5155020"/>
              <a:gd name="connsiteY8" fmla="*/ 6365140 h 6858000"/>
              <a:gd name="connsiteX9" fmla="*/ 409582 w 5155020"/>
              <a:gd name="connsiteY9" fmla="*/ 6258081 h 6858000"/>
              <a:gd name="connsiteX10" fmla="*/ 402322 w 5155020"/>
              <a:gd name="connsiteY10" fmla="*/ 6249611 h 6858000"/>
              <a:gd name="connsiteX11" fmla="*/ 318384 w 5155020"/>
              <a:gd name="connsiteY11" fmla="*/ 6141814 h 6858000"/>
              <a:gd name="connsiteX12" fmla="*/ 306915 w 5155020"/>
              <a:gd name="connsiteY12" fmla="*/ 6125935 h 6858000"/>
              <a:gd name="connsiteX13" fmla="*/ 237442 w 5155020"/>
              <a:gd name="connsiteY13" fmla="*/ 6018115 h 6858000"/>
              <a:gd name="connsiteX14" fmla="*/ 223346 w 5155020"/>
              <a:gd name="connsiteY14" fmla="*/ 5994677 h 6858000"/>
              <a:gd name="connsiteX15" fmla="*/ 167432 w 5155020"/>
              <a:gd name="connsiteY15" fmla="*/ 5887792 h 6858000"/>
              <a:gd name="connsiteX16" fmla="*/ 152032 w 5155020"/>
              <a:gd name="connsiteY16" fmla="*/ 5856418 h 6858000"/>
              <a:gd name="connsiteX17" fmla="*/ 109039 w 5155020"/>
              <a:gd name="connsiteY17" fmla="*/ 5751884 h 6858000"/>
              <a:gd name="connsiteX18" fmla="*/ 93473 w 5155020"/>
              <a:gd name="connsiteY18" fmla="*/ 5711743 h 6858000"/>
              <a:gd name="connsiteX19" fmla="*/ 62999 w 5155020"/>
              <a:gd name="connsiteY19" fmla="*/ 5612185 h 6858000"/>
              <a:gd name="connsiteX20" fmla="*/ 48215 w 5155020"/>
              <a:gd name="connsiteY20" fmla="*/ 5561231 h 6858000"/>
              <a:gd name="connsiteX21" fmla="*/ 30248 w 5155020"/>
              <a:gd name="connsiteY21" fmla="*/ 5473786 h 6858000"/>
              <a:gd name="connsiteX22" fmla="*/ 16840 w 5155020"/>
              <a:gd name="connsiteY22" fmla="*/ 5405454 h 6858000"/>
              <a:gd name="connsiteX23" fmla="*/ 13926 w 5155020"/>
              <a:gd name="connsiteY23" fmla="*/ 5378414 h 6858000"/>
              <a:gd name="connsiteX24" fmla="*/ 667 w 5155020"/>
              <a:gd name="connsiteY24" fmla="*/ 5251815 h 6858000"/>
              <a:gd name="connsiteX25" fmla="*/ 667 w 5155020"/>
              <a:gd name="connsiteY25" fmla="*/ 5255341 h 6858000"/>
              <a:gd name="connsiteX26" fmla="*/ 0 w 5155020"/>
              <a:gd name="connsiteY26" fmla="*/ 524914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155020" h="6858000">
                <a:moveTo>
                  <a:pt x="0" y="0"/>
                </a:moveTo>
                <a:lnTo>
                  <a:pt x="3547497" y="0"/>
                </a:lnTo>
                <a:cubicBezTo>
                  <a:pt x="4383926" y="48946"/>
                  <a:pt x="5102395" y="727500"/>
                  <a:pt x="5155020" y="1608861"/>
                </a:cubicBezTo>
                <a:lnTo>
                  <a:pt x="5155020" y="6858000"/>
                </a:lnTo>
                <a:lnTo>
                  <a:pt x="1607512" y="6858000"/>
                </a:lnTo>
                <a:lnTo>
                  <a:pt x="1452208" y="6841550"/>
                </a:lnTo>
                <a:cubicBezTo>
                  <a:pt x="1144879" y="6794307"/>
                  <a:pt x="858954" y="6662278"/>
                  <a:pt x="623324" y="6467967"/>
                </a:cubicBezTo>
                <a:lnTo>
                  <a:pt x="510361" y="6366201"/>
                </a:lnTo>
                <a:lnTo>
                  <a:pt x="509288" y="6365140"/>
                </a:lnTo>
                <a:lnTo>
                  <a:pt x="409582" y="6258081"/>
                </a:lnTo>
                <a:lnTo>
                  <a:pt x="402322" y="6249611"/>
                </a:lnTo>
                <a:lnTo>
                  <a:pt x="318384" y="6141814"/>
                </a:lnTo>
                <a:lnTo>
                  <a:pt x="306915" y="6125935"/>
                </a:lnTo>
                <a:lnTo>
                  <a:pt x="237442" y="6018115"/>
                </a:lnTo>
                <a:lnTo>
                  <a:pt x="223346" y="5994677"/>
                </a:lnTo>
                <a:lnTo>
                  <a:pt x="167432" y="5887792"/>
                </a:lnTo>
                <a:lnTo>
                  <a:pt x="152032" y="5856418"/>
                </a:lnTo>
                <a:lnTo>
                  <a:pt x="109039" y="5751884"/>
                </a:lnTo>
                <a:lnTo>
                  <a:pt x="93473" y="5711743"/>
                </a:lnTo>
                <a:lnTo>
                  <a:pt x="62999" y="5612185"/>
                </a:lnTo>
                <a:lnTo>
                  <a:pt x="48215" y="5561231"/>
                </a:lnTo>
                <a:lnTo>
                  <a:pt x="30248" y="5473786"/>
                </a:lnTo>
                <a:lnTo>
                  <a:pt x="16840" y="5405454"/>
                </a:lnTo>
                <a:lnTo>
                  <a:pt x="13926" y="5378414"/>
                </a:lnTo>
                <a:lnTo>
                  <a:pt x="667" y="5251815"/>
                </a:lnTo>
                <a:lnTo>
                  <a:pt x="667" y="5255341"/>
                </a:lnTo>
                <a:lnTo>
                  <a:pt x="0" y="524914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72000" tIns="72000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GB" dirty="0"/>
              <a:t>Click here and insert an image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D56642B8-AA79-42B9-B132-D50FE160DDC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D4D41411-9EB4-4848-814D-84D0418C2DC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42CDE814-5AD3-47FB-8E65-3FDB1BC586B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250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7731DFA-7652-401A-9C8C-FC0F38CE0D14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14D508E-43FE-497D-8406-64CA4D5889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2014" y="862013"/>
            <a:ext cx="5814401" cy="585786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2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22EE869-BE9D-4049-A0A6-EC5CCD462A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2013" y="1447799"/>
            <a:ext cx="5814402" cy="892176"/>
          </a:xfr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9714C00-B7B2-4742-9532-F2E395B124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2013" y="2699976"/>
            <a:ext cx="5813853" cy="32944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                                                       Enter &amp; Tab for next text level                                                  Shift &amp; Tab to go back in levels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7CCA2D26-7A68-4D38-BC6D-502F4C2909B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036981" y="0"/>
            <a:ext cx="5155020" cy="6858000"/>
          </a:xfrm>
          <a:custGeom>
            <a:avLst/>
            <a:gdLst>
              <a:gd name="connsiteX0" fmla="*/ 0 w 5155020"/>
              <a:gd name="connsiteY0" fmla="*/ 0 h 6858000"/>
              <a:gd name="connsiteX1" fmla="*/ 3547497 w 5155020"/>
              <a:gd name="connsiteY1" fmla="*/ 0 h 6858000"/>
              <a:gd name="connsiteX2" fmla="*/ 5155020 w 5155020"/>
              <a:gd name="connsiteY2" fmla="*/ 1608861 h 6858000"/>
              <a:gd name="connsiteX3" fmla="*/ 5155020 w 5155020"/>
              <a:gd name="connsiteY3" fmla="*/ 6858000 h 6858000"/>
              <a:gd name="connsiteX4" fmla="*/ 1607512 w 5155020"/>
              <a:gd name="connsiteY4" fmla="*/ 6858000 h 6858000"/>
              <a:gd name="connsiteX5" fmla="*/ 1452208 w 5155020"/>
              <a:gd name="connsiteY5" fmla="*/ 6841550 h 6858000"/>
              <a:gd name="connsiteX6" fmla="*/ 623324 w 5155020"/>
              <a:gd name="connsiteY6" fmla="*/ 6467967 h 6858000"/>
              <a:gd name="connsiteX7" fmla="*/ 510361 w 5155020"/>
              <a:gd name="connsiteY7" fmla="*/ 6366201 h 6858000"/>
              <a:gd name="connsiteX8" fmla="*/ 509288 w 5155020"/>
              <a:gd name="connsiteY8" fmla="*/ 6365140 h 6858000"/>
              <a:gd name="connsiteX9" fmla="*/ 409582 w 5155020"/>
              <a:gd name="connsiteY9" fmla="*/ 6258081 h 6858000"/>
              <a:gd name="connsiteX10" fmla="*/ 402322 w 5155020"/>
              <a:gd name="connsiteY10" fmla="*/ 6249611 h 6858000"/>
              <a:gd name="connsiteX11" fmla="*/ 318384 w 5155020"/>
              <a:gd name="connsiteY11" fmla="*/ 6141814 h 6858000"/>
              <a:gd name="connsiteX12" fmla="*/ 306915 w 5155020"/>
              <a:gd name="connsiteY12" fmla="*/ 6125935 h 6858000"/>
              <a:gd name="connsiteX13" fmla="*/ 237442 w 5155020"/>
              <a:gd name="connsiteY13" fmla="*/ 6018115 h 6858000"/>
              <a:gd name="connsiteX14" fmla="*/ 223346 w 5155020"/>
              <a:gd name="connsiteY14" fmla="*/ 5994677 h 6858000"/>
              <a:gd name="connsiteX15" fmla="*/ 167432 w 5155020"/>
              <a:gd name="connsiteY15" fmla="*/ 5887792 h 6858000"/>
              <a:gd name="connsiteX16" fmla="*/ 152032 w 5155020"/>
              <a:gd name="connsiteY16" fmla="*/ 5856418 h 6858000"/>
              <a:gd name="connsiteX17" fmla="*/ 109039 w 5155020"/>
              <a:gd name="connsiteY17" fmla="*/ 5751884 h 6858000"/>
              <a:gd name="connsiteX18" fmla="*/ 93473 w 5155020"/>
              <a:gd name="connsiteY18" fmla="*/ 5711743 h 6858000"/>
              <a:gd name="connsiteX19" fmla="*/ 62999 w 5155020"/>
              <a:gd name="connsiteY19" fmla="*/ 5612185 h 6858000"/>
              <a:gd name="connsiteX20" fmla="*/ 48215 w 5155020"/>
              <a:gd name="connsiteY20" fmla="*/ 5561231 h 6858000"/>
              <a:gd name="connsiteX21" fmla="*/ 30248 w 5155020"/>
              <a:gd name="connsiteY21" fmla="*/ 5473786 h 6858000"/>
              <a:gd name="connsiteX22" fmla="*/ 16840 w 5155020"/>
              <a:gd name="connsiteY22" fmla="*/ 5405454 h 6858000"/>
              <a:gd name="connsiteX23" fmla="*/ 13926 w 5155020"/>
              <a:gd name="connsiteY23" fmla="*/ 5378414 h 6858000"/>
              <a:gd name="connsiteX24" fmla="*/ 667 w 5155020"/>
              <a:gd name="connsiteY24" fmla="*/ 5251815 h 6858000"/>
              <a:gd name="connsiteX25" fmla="*/ 667 w 5155020"/>
              <a:gd name="connsiteY25" fmla="*/ 5255341 h 6858000"/>
              <a:gd name="connsiteX26" fmla="*/ 0 w 5155020"/>
              <a:gd name="connsiteY26" fmla="*/ 524914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155020" h="6858000">
                <a:moveTo>
                  <a:pt x="0" y="0"/>
                </a:moveTo>
                <a:lnTo>
                  <a:pt x="3547497" y="0"/>
                </a:lnTo>
                <a:cubicBezTo>
                  <a:pt x="4383926" y="48946"/>
                  <a:pt x="5102395" y="727500"/>
                  <a:pt x="5155020" y="1608861"/>
                </a:cubicBezTo>
                <a:lnTo>
                  <a:pt x="5155020" y="6858000"/>
                </a:lnTo>
                <a:lnTo>
                  <a:pt x="1607512" y="6858000"/>
                </a:lnTo>
                <a:lnTo>
                  <a:pt x="1452208" y="6841550"/>
                </a:lnTo>
                <a:cubicBezTo>
                  <a:pt x="1144879" y="6794307"/>
                  <a:pt x="858954" y="6662278"/>
                  <a:pt x="623324" y="6467967"/>
                </a:cubicBezTo>
                <a:lnTo>
                  <a:pt x="510361" y="6366201"/>
                </a:lnTo>
                <a:lnTo>
                  <a:pt x="509288" y="6365140"/>
                </a:lnTo>
                <a:lnTo>
                  <a:pt x="409582" y="6258081"/>
                </a:lnTo>
                <a:lnTo>
                  <a:pt x="402322" y="6249611"/>
                </a:lnTo>
                <a:lnTo>
                  <a:pt x="318384" y="6141814"/>
                </a:lnTo>
                <a:lnTo>
                  <a:pt x="306915" y="6125935"/>
                </a:lnTo>
                <a:lnTo>
                  <a:pt x="237442" y="6018115"/>
                </a:lnTo>
                <a:lnTo>
                  <a:pt x="223346" y="5994677"/>
                </a:lnTo>
                <a:lnTo>
                  <a:pt x="167432" y="5887792"/>
                </a:lnTo>
                <a:lnTo>
                  <a:pt x="152032" y="5856418"/>
                </a:lnTo>
                <a:lnTo>
                  <a:pt x="109039" y="5751884"/>
                </a:lnTo>
                <a:lnTo>
                  <a:pt x="93473" y="5711743"/>
                </a:lnTo>
                <a:lnTo>
                  <a:pt x="62999" y="5612185"/>
                </a:lnTo>
                <a:lnTo>
                  <a:pt x="48215" y="5561231"/>
                </a:lnTo>
                <a:lnTo>
                  <a:pt x="30248" y="5473786"/>
                </a:lnTo>
                <a:lnTo>
                  <a:pt x="16840" y="5405454"/>
                </a:lnTo>
                <a:lnTo>
                  <a:pt x="13926" y="5378414"/>
                </a:lnTo>
                <a:lnTo>
                  <a:pt x="667" y="5251815"/>
                </a:lnTo>
                <a:lnTo>
                  <a:pt x="667" y="5255341"/>
                </a:lnTo>
                <a:lnTo>
                  <a:pt x="0" y="524914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72000" tIns="72000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GB" dirty="0"/>
              <a:t>Click here and insert an image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C548D1-225F-4B76-8016-D1C7AA6C96BF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2EF68-50EA-4038-B190-16762866F27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79291-EFE5-4248-97D0-561C33E2202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8507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14D508E-43FE-497D-8406-64CA4D5889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3452" y="862013"/>
            <a:ext cx="5814948" cy="585786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1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6BA98F-03FA-4CA3-95F1-8FC74D7DDD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13450" y="1447799"/>
            <a:ext cx="5814949" cy="892176"/>
          </a:xfrm>
        </p:spPr>
        <p:txBody>
          <a:bodyPr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04F17-F779-486C-AEF5-98F2074C2D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3434" y="2699976"/>
            <a:ext cx="5814400" cy="329442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                                                                                     Enter &amp; Tab for next text level                                                  Shift &amp; Tab to go back in levels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CB2BAE6-537E-4D87-881E-E5DCC6D473F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5155200" cy="6858000"/>
          </a:xfrm>
          <a:custGeom>
            <a:avLst/>
            <a:gdLst>
              <a:gd name="connsiteX0" fmla="*/ 1608851 w 5155200"/>
              <a:gd name="connsiteY0" fmla="*/ 0 h 6858000"/>
              <a:gd name="connsiteX1" fmla="*/ 5155200 w 5155200"/>
              <a:gd name="connsiteY1" fmla="*/ 0 h 6858000"/>
              <a:gd name="connsiteX2" fmla="*/ 5155200 w 5155200"/>
              <a:gd name="connsiteY2" fmla="*/ 5250488 h 6858000"/>
              <a:gd name="connsiteX3" fmla="*/ 5138750 w 5155200"/>
              <a:gd name="connsiteY3" fmla="*/ 5405793 h 6858000"/>
              <a:gd name="connsiteX4" fmla="*/ 3709115 w 5155200"/>
              <a:gd name="connsiteY4" fmla="*/ 6840465 h 6858000"/>
              <a:gd name="connsiteX5" fmla="*/ 3546350 w 5155200"/>
              <a:gd name="connsiteY5" fmla="*/ 6858000 h 6858000"/>
              <a:gd name="connsiteX6" fmla="*/ 0 w 5155200"/>
              <a:gd name="connsiteY6" fmla="*/ 6858000 h 6858000"/>
              <a:gd name="connsiteX7" fmla="*/ 0 w 5155200"/>
              <a:gd name="connsiteY7" fmla="*/ 1607513 h 6858000"/>
              <a:gd name="connsiteX8" fmla="*/ 16451 w 5155200"/>
              <a:gd name="connsiteY8" fmla="*/ 1452208 h 6858000"/>
              <a:gd name="connsiteX9" fmla="*/ 1446086 w 5155200"/>
              <a:gd name="connsiteY9" fmla="*/ 1753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55200" h="6858000">
                <a:moveTo>
                  <a:pt x="1608851" y="0"/>
                </a:moveTo>
                <a:lnTo>
                  <a:pt x="5155200" y="0"/>
                </a:lnTo>
                <a:lnTo>
                  <a:pt x="5155200" y="5250488"/>
                </a:lnTo>
                <a:lnTo>
                  <a:pt x="5138750" y="5405793"/>
                </a:lnTo>
                <a:cubicBezTo>
                  <a:pt x="5028518" y="6122893"/>
                  <a:pt x="4456665" y="6723464"/>
                  <a:pt x="3709115" y="6840465"/>
                </a:cubicBezTo>
                <a:lnTo>
                  <a:pt x="3546350" y="6858000"/>
                </a:lnTo>
                <a:lnTo>
                  <a:pt x="0" y="6858000"/>
                </a:lnTo>
                <a:lnTo>
                  <a:pt x="0" y="1607513"/>
                </a:lnTo>
                <a:lnTo>
                  <a:pt x="16451" y="1452208"/>
                </a:lnTo>
                <a:cubicBezTo>
                  <a:pt x="126683" y="735107"/>
                  <a:pt x="698536" y="134536"/>
                  <a:pt x="1446086" y="1753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0" tIns="72000" rIns="72000">
            <a:noAutofit/>
          </a:bodyPr>
          <a:lstStyle>
            <a:lvl1pPr marL="0" indent="0" algn="r">
              <a:buNone/>
              <a:defRPr sz="1400"/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here and insert an image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AC0A262-CBA1-40B6-8B51-5360ABFB1DA5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790983-7A82-48F5-B6BD-05442E0CBEB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FD0374A-74CA-4ABD-8822-5A3D8B88D29F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4354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1FF2F44-C8AE-40E1-95B9-00269AA9E44F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14D508E-43FE-497D-8406-64CA4D5889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3452" y="862013"/>
            <a:ext cx="5814948" cy="585786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2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6BA98F-03FA-4CA3-95F1-8FC74D7DDD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13450" y="1447799"/>
            <a:ext cx="5814949" cy="892176"/>
          </a:xfr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04F17-F779-486C-AEF5-98F2074C2D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3434" y="2699976"/>
            <a:ext cx="5814400" cy="32944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dirty="0"/>
              <a:t>Click to add text                                                                                     Enter &amp; Tab for next text level                                                  Shift &amp; Tab to go back in levels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CB2BAE6-537E-4D87-881E-E5DCC6D473F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5155200" cy="6858000"/>
          </a:xfrm>
          <a:custGeom>
            <a:avLst/>
            <a:gdLst>
              <a:gd name="connsiteX0" fmla="*/ 1608851 w 5155200"/>
              <a:gd name="connsiteY0" fmla="*/ 0 h 6858000"/>
              <a:gd name="connsiteX1" fmla="*/ 5155200 w 5155200"/>
              <a:gd name="connsiteY1" fmla="*/ 0 h 6858000"/>
              <a:gd name="connsiteX2" fmla="*/ 5155200 w 5155200"/>
              <a:gd name="connsiteY2" fmla="*/ 5250488 h 6858000"/>
              <a:gd name="connsiteX3" fmla="*/ 5138750 w 5155200"/>
              <a:gd name="connsiteY3" fmla="*/ 5405793 h 6858000"/>
              <a:gd name="connsiteX4" fmla="*/ 3709115 w 5155200"/>
              <a:gd name="connsiteY4" fmla="*/ 6840465 h 6858000"/>
              <a:gd name="connsiteX5" fmla="*/ 3546350 w 5155200"/>
              <a:gd name="connsiteY5" fmla="*/ 6858000 h 6858000"/>
              <a:gd name="connsiteX6" fmla="*/ 0 w 5155200"/>
              <a:gd name="connsiteY6" fmla="*/ 6858000 h 6858000"/>
              <a:gd name="connsiteX7" fmla="*/ 0 w 5155200"/>
              <a:gd name="connsiteY7" fmla="*/ 1607513 h 6858000"/>
              <a:gd name="connsiteX8" fmla="*/ 16451 w 5155200"/>
              <a:gd name="connsiteY8" fmla="*/ 1452208 h 6858000"/>
              <a:gd name="connsiteX9" fmla="*/ 1446086 w 5155200"/>
              <a:gd name="connsiteY9" fmla="*/ 1753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55200" h="6858000">
                <a:moveTo>
                  <a:pt x="1608851" y="0"/>
                </a:moveTo>
                <a:lnTo>
                  <a:pt x="5155200" y="0"/>
                </a:lnTo>
                <a:lnTo>
                  <a:pt x="5155200" y="5250488"/>
                </a:lnTo>
                <a:lnTo>
                  <a:pt x="5138750" y="5405793"/>
                </a:lnTo>
                <a:cubicBezTo>
                  <a:pt x="5028518" y="6122893"/>
                  <a:pt x="4456665" y="6723464"/>
                  <a:pt x="3709115" y="6840465"/>
                </a:cubicBezTo>
                <a:lnTo>
                  <a:pt x="3546350" y="6858000"/>
                </a:lnTo>
                <a:lnTo>
                  <a:pt x="0" y="6858000"/>
                </a:lnTo>
                <a:lnTo>
                  <a:pt x="0" y="1607513"/>
                </a:lnTo>
                <a:lnTo>
                  <a:pt x="16451" y="1452208"/>
                </a:lnTo>
                <a:cubicBezTo>
                  <a:pt x="126683" y="735107"/>
                  <a:pt x="698536" y="134536"/>
                  <a:pt x="1446086" y="1753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0" tIns="72000" rIns="72000">
            <a:noAutofit/>
          </a:bodyPr>
          <a:lstStyle>
            <a:lvl1pPr marL="0" indent="0" algn="r">
              <a:buNone/>
              <a:defRPr sz="1400"/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here and insert an image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F90898-0312-48F4-A169-203F9B2949A6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CF774B-2AB5-45BB-A5C8-F04594F9E4BF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B16AD-5EC8-48FE-9EA1-B1A0E622998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5735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14D508E-43FE-497D-8406-64CA4D5889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4184" y="862013"/>
            <a:ext cx="5814948" cy="585786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1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6BA98F-03FA-4CA3-95F1-8FC74D7DDD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4182" y="1447799"/>
            <a:ext cx="5814949" cy="892176"/>
          </a:xfrm>
        </p:spPr>
        <p:txBody>
          <a:bodyPr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04F17-F779-486C-AEF5-98F2074C2D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4166" y="2699976"/>
            <a:ext cx="5814400" cy="329442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                                                                                     Enter &amp; Tab for next text level                                                  Shift &amp; Tab to go back in levels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CB2BAE6-537E-4D87-881E-E5DCC6D473F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469506" y="861639"/>
            <a:ext cx="3858328" cy="5132761"/>
          </a:xfrm>
          <a:custGeom>
            <a:avLst/>
            <a:gdLst>
              <a:gd name="connsiteX0" fmla="*/ 1608851 w 5155200"/>
              <a:gd name="connsiteY0" fmla="*/ 0 h 6858000"/>
              <a:gd name="connsiteX1" fmla="*/ 5155200 w 5155200"/>
              <a:gd name="connsiteY1" fmla="*/ 0 h 6858000"/>
              <a:gd name="connsiteX2" fmla="*/ 5155200 w 5155200"/>
              <a:gd name="connsiteY2" fmla="*/ 5250488 h 6858000"/>
              <a:gd name="connsiteX3" fmla="*/ 5138750 w 5155200"/>
              <a:gd name="connsiteY3" fmla="*/ 5405793 h 6858000"/>
              <a:gd name="connsiteX4" fmla="*/ 3709115 w 5155200"/>
              <a:gd name="connsiteY4" fmla="*/ 6840465 h 6858000"/>
              <a:gd name="connsiteX5" fmla="*/ 3546350 w 5155200"/>
              <a:gd name="connsiteY5" fmla="*/ 6858000 h 6858000"/>
              <a:gd name="connsiteX6" fmla="*/ 0 w 5155200"/>
              <a:gd name="connsiteY6" fmla="*/ 6858000 h 6858000"/>
              <a:gd name="connsiteX7" fmla="*/ 0 w 5155200"/>
              <a:gd name="connsiteY7" fmla="*/ 1607513 h 6858000"/>
              <a:gd name="connsiteX8" fmla="*/ 16451 w 5155200"/>
              <a:gd name="connsiteY8" fmla="*/ 1452208 h 6858000"/>
              <a:gd name="connsiteX9" fmla="*/ 1446086 w 5155200"/>
              <a:gd name="connsiteY9" fmla="*/ 1753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55200" h="6858000">
                <a:moveTo>
                  <a:pt x="1608851" y="0"/>
                </a:moveTo>
                <a:lnTo>
                  <a:pt x="5155200" y="0"/>
                </a:lnTo>
                <a:lnTo>
                  <a:pt x="5155200" y="5250488"/>
                </a:lnTo>
                <a:lnTo>
                  <a:pt x="5138750" y="5405793"/>
                </a:lnTo>
                <a:cubicBezTo>
                  <a:pt x="5028518" y="6122893"/>
                  <a:pt x="4456665" y="6723464"/>
                  <a:pt x="3709115" y="6840465"/>
                </a:cubicBezTo>
                <a:lnTo>
                  <a:pt x="3546350" y="6858000"/>
                </a:lnTo>
                <a:lnTo>
                  <a:pt x="0" y="6858000"/>
                </a:lnTo>
                <a:lnTo>
                  <a:pt x="0" y="1607513"/>
                </a:lnTo>
                <a:lnTo>
                  <a:pt x="16451" y="1452208"/>
                </a:lnTo>
                <a:cubicBezTo>
                  <a:pt x="126683" y="735107"/>
                  <a:pt x="698536" y="134536"/>
                  <a:pt x="1446086" y="1753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0" tIns="72000" rIns="72000">
            <a:noAutofit/>
          </a:bodyPr>
          <a:lstStyle>
            <a:lvl1pPr marL="0" indent="0" algn="r">
              <a:buNone/>
              <a:defRPr sz="1400"/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here and insert image </a:t>
            </a:r>
            <a:br>
              <a:rPr lang="en-GB" dirty="0"/>
            </a:br>
            <a:r>
              <a:rPr lang="en-GB" dirty="0"/>
              <a:t>via Images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9B27F1-E256-4268-ACA5-2246D4AECB9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3E2832-B650-4B64-9B77-F432A0263DF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571AA7-9973-44EA-8901-C9D2DEF6A38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0769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14D508E-43FE-497D-8406-64CA4D5889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4548" y="862013"/>
            <a:ext cx="5814401" cy="585786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1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6BA98F-03FA-4CA3-95F1-8FC74D7DDD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14547" y="1447799"/>
            <a:ext cx="5814402" cy="892176"/>
          </a:xfrm>
        </p:spPr>
        <p:txBody>
          <a:bodyPr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04F17-F779-486C-AEF5-98F2074C2D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4547" y="2699976"/>
            <a:ext cx="5813853" cy="329442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                                                                                     Enter &amp; Tab for next text level                                                  Shift &amp; Tab to go back in levels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085EB84-6CBC-40EE-AFC3-B325F4C6B5B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63051" y="862013"/>
            <a:ext cx="3857911" cy="5132387"/>
          </a:xfrm>
          <a:custGeom>
            <a:avLst/>
            <a:gdLst>
              <a:gd name="connsiteX0" fmla="*/ 0 w 3873242"/>
              <a:gd name="connsiteY0" fmla="*/ 0 h 5152782"/>
              <a:gd name="connsiteX1" fmla="*/ 2665424 w 3873242"/>
              <a:gd name="connsiteY1" fmla="*/ 0 h 5152782"/>
              <a:gd name="connsiteX2" fmla="*/ 3873242 w 3873242"/>
              <a:gd name="connsiteY2" fmla="*/ 1208823 h 5152782"/>
              <a:gd name="connsiteX3" fmla="*/ 3873242 w 3873242"/>
              <a:gd name="connsiteY3" fmla="*/ 5152782 h 5152782"/>
              <a:gd name="connsiteX4" fmla="*/ 1189337 w 3873242"/>
              <a:gd name="connsiteY4" fmla="*/ 5152782 h 5152782"/>
              <a:gd name="connsiteX5" fmla="*/ 1091624 w 3873242"/>
              <a:gd name="connsiteY5" fmla="*/ 5142432 h 5152782"/>
              <a:gd name="connsiteX6" fmla="*/ 501 w 3873242"/>
              <a:gd name="connsiteY6" fmla="*/ 3945969 h 5152782"/>
              <a:gd name="connsiteX7" fmla="*/ 501 w 3873242"/>
              <a:gd name="connsiteY7" fmla="*/ 4006837 h 5152782"/>
              <a:gd name="connsiteX8" fmla="*/ 0 w 3873242"/>
              <a:gd name="connsiteY8" fmla="*/ 4006837 h 5152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3242" h="5152782">
                <a:moveTo>
                  <a:pt x="0" y="0"/>
                </a:moveTo>
                <a:lnTo>
                  <a:pt x="2665424" y="0"/>
                </a:lnTo>
                <a:cubicBezTo>
                  <a:pt x="3293878" y="36776"/>
                  <a:pt x="3833702" y="546610"/>
                  <a:pt x="3873242" y="1208823"/>
                </a:cubicBezTo>
                <a:lnTo>
                  <a:pt x="3873242" y="5152782"/>
                </a:lnTo>
                <a:lnTo>
                  <a:pt x="1189337" y="5152782"/>
                </a:lnTo>
                <a:lnTo>
                  <a:pt x="1091624" y="5142432"/>
                </a:lnTo>
                <a:cubicBezTo>
                  <a:pt x="514342" y="5053693"/>
                  <a:pt x="37570" y="4566795"/>
                  <a:pt x="501" y="3945969"/>
                </a:cubicBezTo>
                <a:lnTo>
                  <a:pt x="501" y="4006837"/>
                </a:lnTo>
                <a:lnTo>
                  <a:pt x="0" y="400683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72000" tIns="72000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GB" dirty="0"/>
              <a:t>Click here and insert image </a:t>
            </a:r>
            <a:br>
              <a:rPr lang="en-GB" dirty="0"/>
            </a:br>
            <a:r>
              <a:rPr lang="en-GB" dirty="0"/>
              <a:t>via Images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83360E0-819C-4FB6-9811-1B5A83427768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48E8A8-2FB6-4BAB-929F-0E5CD6E2765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57E2F7-AC1C-459C-AA31-47A6F837AD9A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7374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72808A7-629C-41C1-88E9-94843B920C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4184" y="455076"/>
            <a:ext cx="10464216" cy="396000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1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38273A1-57AD-4004-91CC-5B3D875B30C2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62014" y="2339974"/>
            <a:ext cx="10464216" cy="36544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	                                                                                                                                                                                  Enter &amp; Tab for next text level                                                                                                                                              Shift &amp; Tab to go back in levels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71DF4-0F3C-45AE-8121-A58DB16ABCC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51A9E-6841-4E83-B616-753A96E9498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A75D8-03B1-44B2-8777-7C0B1298FD4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1011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A113347-4B96-4A05-900A-C540F81CD9D4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72808A7-629C-41C1-88E9-94843B920C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4184" y="455076"/>
            <a:ext cx="10464216" cy="396000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1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B9C4360-CA17-499E-88CB-C239E60668E1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62014" y="2339974"/>
            <a:ext cx="10464216" cy="36544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	                                                                                                                                                                                  Enter &amp; Tab for next text level                                                                                                                                              Shift &amp; Tab to go back in levels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DF1E64-0BC0-4941-8FFB-3A71A98E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DC879-555B-4B99-8F4C-5066F0F2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63A2C-6198-4B31-B738-56535BA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954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A113347-4B96-4A05-900A-C540F81CD9D4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72808A7-629C-41C1-88E9-94843B920C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4184" y="455076"/>
            <a:ext cx="10464216" cy="396000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2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AB197E1-0609-4F95-AEFC-810FE7D958C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62014" y="2339974"/>
            <a:ext cx="10464216" cy="36544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US" dirty="0"/>
              <a:t>Click to add text	                                                                                                                                                                                  Enter &amp; Tab for next text level                                                                                                                                              Shift &amp; Tab to go back in levels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DF1E64-0BC0-4941-8FFB-3A71A98E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DC879-555B-4B99-8F4C-5066F0F2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63A2C-6198-4B31-B738-56535BA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3287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A113347-4B96-4A05-900A-C540F81CD9D4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72808A7-629C-41C1-88E9-94843B920C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4184" y="2351727"/>
            <a:ext cx="10464216" cy="396000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1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62EC9FA-9777-44D0-BA5B-924231E2AD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2013" y="2989263"/>
            <a:ext cx="10464800" cy="3005137"/>
          </a:xfrm>
        </p:spPr>
        <p:txBody>
          <a:bodyPr/>
          <a:lstStyle>
            <a:lvl1pPr marL="0" indent="0">
              <a:buNone/>
              <a:defRPr sz="4400">
                <a:latin typeface="+mj-lt"/>
              </a:defRPr>
            </a:lvl1pPr>
          </a:lstStyle>
          <a:p>
            <a:pPr lvl="0"/>
            <a:r>
              <a:rPr lang="en-GB" dirty="0"/>
              <a:t>Click to add statement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DF1E64-0BC0-4941-8FFB-3A71A98E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DC879-555B-4B99-8F4C-5066F0F2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63A2C-6198-4B31-B738-56535BA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1059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A113347-4B96-4A05-900A-C540F81CD9D4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72808A7-629C-41C1-88E9-94843B920C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4184" y="2351727"/>
            <a:ext cx="10464216" cy="396000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2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C2DB493-9EB3-4F11-8D32-DF6285B0E5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2013" y="2989263"/>
            <a:ext cx="10464800" cy="3005137"/>
          </a:xfr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statement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DF1E64-0BC0-4941-8FFB-3A71A98E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DC879-555B-4B99-8F4C-5066F0F2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63A2C-6198-4B31-B738-56535BA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3611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A113347-4B96-4A05-900A-C540F81CD9D4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72808A7-629C-41C1-88E9-94843B920C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4184" y="2351727"/>
            <a:ext cx="10464216" cy="396000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2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FA890A1-08A5-4877-9970-66498DC8506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2013" y="2989263"/>
            <a:ext cx="10464800" cy="3005137"/>
          </a:xfr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statement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DF1E64-0BC0-4941-8FFB-3A71A98E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DC879-555B-4B99-8F4C-5066F0F2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63A2C-6198-4B31-B738-56535BA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05716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A113347-4B96-4A05-900A-C540F81CD9D4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pic>
        <p:nvPicPr>
          <p:cNvPr id="12" name="pasted-image_blue.png" descr="pasted-image_blue.png">
            <a:extLst>
              <a:ext uri="{FF2B5EF4-FFF2-40B4-BE49-F238E27FC236}">
                <a16:creationId xmlns:a16="http://schemas.microsoft.com/office/drawing/2014/main" id="{475DADB7-5C08-4E4A-BADF-FEC3C9F168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" r="2"/>
          <a:stretch>
            <a:fillRect/>
          </a:stretch>
        </p:blipFill>
        <p:spPr>
          <a:xfrm>
            <a:off x="863342" y="862013"/>
            <a:ext cx="10232707" cy="51406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C2987-B513-4D2A-9668-7A9C2CB403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2014" y="1939924"/>
            <a:ext cx="8787391" cy="3312000"/>
          </a:xfrm>
        </p:spPr>
        <p:txBody>
          <a:bodyPr anchor="ctr"/>
          <a:lstStyle>
            <a:lvl1pPr marL="0" indent="0" algn="ctr">
              <a:buNone/>
              <a:defRPr sz="4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“Click to add quote”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DF1E64-0BC0-4941-8FFB-3A71A98E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DC879-555B-4B99-8F4C-5066F0F2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63A2C-6198-4B31-B738-56535BA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56360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A113347-4B96-4A05-900A-C540F81CD9D4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>
              <a:solidFill>
                <a:schemeClr val="tx1"/>
              </a:solidFill>
            </a:endParaRPr>
          </a:p>
        </p:txBody>
      </p:sp>
      <p:pic>
        <p:nvPicPr>
          <p:cNvPr id="10" name="pasted-image_black.png" descr="pasted-image_black.png">
            <a:extLst>
              <a:ext uri="{FF2B5EF4-FFF2-40B4-BE49-F238E27FC236}">
                <a16:creationId xmlns:a16="http://schemas.microsoft.com/office/drawing/2014/main" id="{832B4DB1-6166-45C3-8B59-5699CB340A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" r="2"/>
          <a:stretch>
            <a:fillRect/>
          </a:stretch>
        </p:blipFill>
        <p:spPr>
          <a:xfrm>
            <a:off x="863600" y="863600"/>
            <a:ext cx="10213138" cy="5130800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9567A16-6458-450B-9304-51EE89F13A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2014" y="1939924"/>
            <a:ext cx="8787391" cy="3312000"/>
          </a:xfrm>
        </p:spPr>
        <p:txBody>
          <a:bodyPr anchor="ctr"/>
          <a:lstStyle>
            <a:lvl1pPr marL="0" indent="0" algn="ctr">
              <a:buNone/>
              <a:defRPr sz="4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“Click to add quote”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DF1E64-0BC0-4941-8FFB-3A71A98E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DC879-555B-4B99-8F4C-5066F0F2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63A2C-6198-4B31-B738-56535BA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76683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A113347-4B96-4A05-900A-C540F81CD9D4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>
              <a:solidFill>
                <a:schemeClr val="tx1"/>
              </a:solidFill>
            </a:endParaRPr>
          </a:p>
        </p:txBody>
      </p:sp>
      <p:pic>
        <p:nvPicPr>
          <p:cNvPr id="10" name="pasted-image_black.png" descr="pasted-image_black.png">
            <a:extLst>
              <a:ext uri="{FF2B5EF4-FFF2-40B4-BE49-F238E27FC236}">
                <a16:creationId xmlns:a16="http://schemas.microsoft.com/office/drawing/2014/main" id="{832B4DB1-6166-45C3-8B59-5699CB340A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" r="2"/>
          <a:stretch>
            <a:fillRect/>
          </a:stretch>
        </p:blipFill>
        <p:spPr>
          <a:xfrm>
            <a:off x="863600" y="863600"/>
            <a:ext cx="10213138" cy="5130800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EED66EA-00EC-40BD-AE08-276BA181C9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2014" y="1939924"/>
            <a:ext cx="8787391" cy="3312000"/>
          </a:xfrm>
        </p:spPr>
        <p:txBody>
          <a:bodyPr anchor="ctr"/>
          <a:lstStyle>
            <a:lvl1pPr marL="0" indent="0" algn="ctr">
              <a:buNone/>
              <a:defRPr sz="4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“Click to add quote”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DF1E64-0BC0-4941-8FFB-3A71A98E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DC879-555B-4B99-8F4C-5066F0F2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63A2C-6198-4B31-B738-56535BA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0258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A113347-4B96-4A05-900A-C540F81CD9D4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>
              <a:solidFill>
                <a:schemeClr val="bg1"/>
              </a:solidFill>
            </a:endParaRPr>
          </a:p>
        </p:txBody>
      </p:sp>
      <p:pic>
        <p:nvPicPr>
          <p:cNvPr id="12" name="pasted-image_Turqoise.png" descr="pasted-image_Turqoise.png">
            <a:extLst>
              <a:ext uri="{FF2B5EF4-FFF2-40B4-BE49-F238E27FC236}">
                <a16:creationId xmlns:a16="http://schemas.microsoft.com/office/drawing/2014/main" id="{B1658DD6-F8ED-45DE-A62E-503F206972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" r="2"/>
          <a:stretch>
            <a:fillRect/>
          </a:stretch>
        </p:blipFill>
        <p:spPr>
          <a:xfrm>
            <a:off x="856511" y="862012"/>
            <a:ext cx="10238209" cy="5143395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919F58-E298-49B9-B623-66DD33AD5F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2014" y="1939924"/>
            <a:ext cx="8787391" cy="3312000"/>
          </a:xfrm>
        </p:spPr>
        <p:txBody>
          <a:bodyPr anchor="ctr"/>
          <a:lstStyle>
            <a:lvl1pPr marL="0" indent="0" algn="ctr">
              <a:buNone/>
              <a:defRPr sz="4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“Click to add quote”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DF1E64-0BC0-4941-8FFB-3A71A98E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DC879-555B-4B99-8F4C-5066F0F2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63A2C-6198-4B31-B738-56535BA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14150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72808A7-629C-41C1-88E9-94843B920C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4184" y="2351727"/>
            <a:ext cx="10464216" cy="396000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1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62EC9FA-9777-44D0-BA5B-924231E2AD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2013" y="2989263"/>
            <a:ext cx="10464800" cy="3005137"/>
          </a:xfrm>
        </p:spPr>
        <p:txBody>
          <a:bodyPr/>
          <a:lstStyle>
            <a:lvl1pPr marL="571500" indent="-571500">
              <a:buClr>
                <a:schemeClr val="accent1"/>
              </a:buClr>
              <a:buFont typeface="Arial" panose="020B0604020202020204" pitchFamily="34" charset="0"/>
              <a:buChar char="•"/>
              <a:defRPr sz="4400">
                <a:latin typeface="+mj-lt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DF1E64-0BC0-4941-8FFB-3A71A98E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DC879-555B-4B99-8F4C-5066F0F2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63A2C-6198-4B31-B738-56535BA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40748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A113347-4B96-4A05-900A-C540F81CD9D4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72808A7-629C-41C1-88E9-94843B920C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4184" y="2351727"/>
            <a:ext cx="10464216" cy="396000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1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62EC9FA-9777-44D0-BA5B-924231E2AD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2013" y="2989263"/>
            <a:ext cx="10464800" cy="3005137"/>
          </a:xfrm>
        </p:spPr>
        <p:txBody>
          <a:bodyPr/>
          <a:lstStyle>
            <a:lvl1pPr marL="571500" indent="-571500">
              <a:buClr>
                <a:schemeClr val="accent1"/>
              </a:buClr>
              <a:buFont typeface="Arial" panose="020B0604020202020204" pitchFamily="34" charset="0"/>
              <a:buChar char="•"/>
              <a:defRPr sz="4400">
                <a:latin typeface="+mj-lt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DF1E64-0BC0-4941-8FFB-3A71A98E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DC879-555B-4B99-8F4C-5066F0F2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63A2C-6198-4B31-B738-56535BA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91702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s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A113347-4B96-4A05-900A-C540F81CD9D4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72808A7-629C-41C1-88E9-94843B920C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4184" y="2351727"/>
            <a:ext cx="10464216" cy="396000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2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62EC9FA-9777-44D0-BA5B-924231E2AD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2013" y="2989263"/>
            <a:ext cx="10464800" cy="3005137"/>
          </a:xfrm>
        </p:spPr>
        <p:txBody>
          <a:bodyPr/>
          <a:lstStyle>
            <a:lvl1pPr marL="571500" indent="-571500">
              <a:buClr>
                <a:schemeClr val="accent2"/>
              </a:buClr>
              <a:buFont typeface="Arial" panose="020B0604020202020204" pitchFamily="34" charset="0"/>
              <a:buChar char="•"/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DF1E64-0BC0-4941-8FFB-3A71A98E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DC879-555B-4B99-8F4C-5066F0F2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63A2C-6198-4B31-B738-56535BA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51303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0596461-CFE4-49E2-AF21-D9822C7F748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608851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5250489 h 6858000"/>
              <a:gd name="connsiteX3" fmla="*/ 12175550 w 12192000"/>
              <a:gd name="connsiteY3" fmla="*/ 5405793 h 6858000"/>
              <a:gd name="connsiteX4" fmla="*/ 10745914 w 12192000"/>
              <a:gd name="connsiteY4" fmla="*/ 6840465 h 6858000"/>
              <a:gd name="connsiteX5" fmla="*/ 10583149 w 12192000"/>
              <a:gd name="connsiteY5" fmla="*/ 6858000 h 6858000"/>
              <a:gd name="connsiteX6" fmla="*/ 0 w 12192000"/>
              <a:gd name="connsiteY6" fmla="*/ 6858000 h 6858000"/>
              <a:gd name="connsiteX7" fmla="*/ 0 w 12192000"/>
              <a:gd name="connsiteY7" fmla="*/ 1607520 h 6858000"/>
              <a:gd name="connsiteX8" fmla="*/ 16452 w 12192000"/>
              <a:gd name="connsiteY8" fmla="*/ 1452208 h 6858000"/>
              <a:gd name="connsiteX9" fmla="*/ 1446087 w 12192000"/>
              <a:gd name="connsiteY9" fmla="*/ 1753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858000">
                <a:moveTo>
                  <a:pt x="1608851" y="0"/>
                </a:moveTo>
                <a:lnTo>
                  <a:pt x="12192000" y="0"/>
                </a:lnTo>
                <a:lnTo>
                  <a:pt x="12192000" y="5250489"/>
                </a:lnTo>
                <a:lnTo>
                  <a:pt x="12175550" y="5405793"/>
                </a:lnTo>
                <a:cubicBezTo>
                  <a:pt x="12065317" y="6122893"/>
                  <a:pt x="11493464" y="6723464"/>
                  <a:pt x="10745914" y="6840465"/>
                </a:cubicBezTo>
                <a:lnTo>
                  <a:pt x="10583149" y="6858000"/>
                </a:lnTo>
                <a:lnTo>
                  <a:pt x="0" y="6858000"/>
                </a:lnTo>
                <a:lnTo>
                  <a:pt x="0" y="1607520"/>
                </a:lnTo>
                <a:lnTo>
                  <a:pt x="16452" y="1452208"/>
                </a:lnTo>
                <a:cubicBezTo>
                  <a:pt x="126684" y="735107"/>
                  <a:pt x="698537" y="134536"/>
                  <a:pt x="1446087" y="1753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tIns="72000">
            <a:no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here and insert an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62EC9FA-9777-44D0-BA5B-924231E2AD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2013" y="2339975"/>
            <a:ext cx="10464800" cy="3654425"/>
          </a:xfrm>
        </p:spPr>
        <p:txBody>
          <a:bodyPr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DF1E64-0BC0-4941-8FFB-3A71A98E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DC879-555B-4B99-8F4C-5066F0F2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63A2C-6198-4B31-B738-56535BA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78483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D80951D-272B-4A25-9EBD-D1A70617E02D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CC9993D-85F7-4C36-B0CC-64B42844B65C}"/>
              </a:ext>
            </a:extLst>
          </p:cNvPr>
          <p:cNvSpPr/>
          <p:nvPr userDrawn="1"/>
        </p:nvSpPr>
        <p:spPr>
          <a:xfrm>
            <a:off x="862013" y="862013"/>
            <a:ext cx="10466387" cy="5132387"/>
          </a:xfrm>
          <a:custGeom>
            <a:avLst/>
            <a:gdLst>
              <a:gd name="connsiteX0" fmla="*/ 1608850 w 10466387"/>
              <a:gd name="connsiteY0" fmla="*/ 0 h 5132387"/>
              <a:gd name="connsiteX1" fmla="*/ 10466387 w 10466387"/>
              <a:gd name="connsiteY1" fmla="*/ 0 h 5132387"/>
              <a:gd name="connsiteX2" fmla="*/ 10466387 w 10466387"/>
              <a:gd name="connsiteY2" fmla="*/ 3524871 h 5132387"/>
              <a:gd name="connsiteX3" fmla="*/ 10419354 w 10466387"/>
              <a:gd name="connsiteY3" fmla="*/ 3831927 h 5132387"/>
              <a:gd name="connsiteX4" fmla="*/ 9020301 w 10466387"/>
              <a:gd name="connsiteY4" fmla="*/ 5114852 h 5132387"/>
              <a:gd name="connsiteX5" fmla="*/ 8857537 w 10466387"/>
              <a:gd name="connsiteY5" fmla="*/ 5132387 h 5132387"/>
              <a:gd name="connsiteX6" fmla="*/ 0 w 10466387"/>
              <a:gd name="connsiteY6" fmla="*/ 5132387 h 5132387"/>
              <a:gd name="connsiteX7" fmla="*/ 0 w 10466387"/>
              <a:gd name="connsiteY7" fmla="*/ 1607515 h 5132387"/>
              <a:gd name="connsiteX8" fmla="*/ 47033 w 10466387"/>
              <a:gd name="connsiteY8" fmla="*/ 1300461 h 5132387"/>
              <a:gd name="connsiteX9" fmla="*/ 1446086 w 10466387"/>
              <a:gd name="connsiteY9" fmla="*/ 17535 h 513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66387" h="5132387">
                <a:moveTo>
                  <a:pt x="1608850" y="0"/>
                </a:moveTo>
                <a:lnTo>
                  <a:pt x="10466387" y="0"/>
                </a:lnTo>
                <a:lnTo>
                  <a:pt x="10466387" y="3524871"/>
                </a:lnTo>
                <a:lnTo>
                  <a:pt x="10419354" y="3831927"/>
                </a:lnTo>
                <a:cubicBezTo>
                  <a:pt x="10257115" y="4480609"/>
                  <a:pt x="9714455" y="5006208"/>
                  <a:pt x="9020301" y="5114852"/>
                </a:cubicBezTo>
                <a:lnTo>
                  <a:pt x="8857537" y="5132387"/>
                </a:lnTo>
                <a:lnTo>
                  <a:pt x="0" y="5132387"/>
                </a:lnTo>
                <a:lnTo>
                  <a:pt x="0" y="1607515"/>
                </a:lnTo>
                <a:lnTo>
                  <a:pt x="47033" y="1300461"/>
                </a:lnTo>
                <a:cubicBezTo>
                  <a:pt x="209273" y="651778"/>
                  <a:pt x="751932" y="126179"/>
                  <a:pt x="1446086" y="175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E98A11D-F168-4731-AB06-DFE5B150BD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A90E13E-68CE-4123-9158-EAA3C7C5EE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8E4D68-7B7F-4416-BFEB-D166786EC5F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87819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F5DADF5-3787-4964-82A2-820D7E5E39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4184" y="466013"/>
            <a:ext cx="10464216" cy="396000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1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add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5B-9B1E-418C-B340-656657E4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F5B1665-CF89-4C65-9299-ED31AFA4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7A5C13-4749-4A79-AFBE-43492B56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6011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1F50116-F466-4999-A7EE-116AF7DC597A}"/>
              </a:ext>
            </a:extLst>
          </p:cNvPr>
          <p:cNvSpPr/>
          <p:nvPr userDrawn="1"/>
        </p:nvSpPr>
        <p:spPr>
          <a:xfrm>
            <a:off x="10583140" y="5250478"/>
            <a:ext cx="1608860" cy="1607522"/>
          </a:xfrm>
          <a:custGeom>
            <a:avLst/>
            <a:gdLst>
              <a:gd name="connsiteX0" fmla="*/ 0 w 1608860"/>
              <a:gd name="connsiteY0" fmla="*/ 1607523 h 1607522"/>
              <a:gd name="connsiteX1" fmla="*/ 1608861 w 1608860"/>
              <a:gd name="connsiteY1" fmla="*/ 0 h 1607522"/>
              <a:gd name="connsiteX2" fmla="*/ 1608861 w 1608860"/>
              <a:gd name="connsiteY2" fmla="*/ 1607523 h 1607522"/>
              <a:gd name="connsiteX3" fmla="*/ 0 w 1608860"/>
              <a:gd name="connsiteY3" fmla="*/ 1607523 h 1607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8860" h="1607522">
                <a:moveTo>
                  <a:pt x="0" y="1607523"/>
                </a:moveTo>
                <a:cubicBezTo>
                  <a:pt x="881361" y="1554898"/>
                  <a:pt x="1559915" y="836429"/>
                  <a:pt x="1608861" y="0"/>
                </a:cubicBezTo>
                <a:cubicBezTo>
                  <a:pt x="1608861" y="535172"/>
                  <a:pt x="1608861" y="1070344"/>
                  <a:pt x="1608861" y="1607523"/>
                </a:cubicBezTo>
                <a:cubicBezTo>
                  <a:pt x="1072574" y="1607523"/>
                  <a:pt x="536287" y="1607523"/>
                  <a:pt x="0" y="1607523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F5DADF5-3787-4964-82A2-820D7E5E39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4184" y="466013"/>
            <a:ext cx="10464216" cy="396000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1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add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5B-9B1E-418C-B340-656657E4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F5B1665-CF89-4C65-9299-ED31AFA4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7A5C13-4749-4A79-AFBE-43492B56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09268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1F50116-F466-4999-A7EE-116AF7DC597A}"/>
              </a:ext>
            </a:extLst>
          </p:cNvPr>
          <p:cNvSpPr/>
          <p:nvPr userDrawn="1"/>
        </p:nvSpPr>
        <p:spPr>
          <a:xfrm rot="16200000">
            <a:off x="10583809" y="670"/>
            <a:ext cx="1608860" cy="1607522"/>
          </a:xfrm>
          <a:custGeom>
            <a:avLst/>
            <a:gdLst>
              <a:gd name="connsiteX0" fmla="*/ 0 w 1608860"/>
              <a:gd name="connsiteY0" fmla="*/ 1607523 h 1607522"/>
              <a:gd name="connsiteX1" fmla="*/ 1608861 w 1608860"/>
              <a:gd name="connsiteY1" fmla="*/ 0 h 1607522"/>
              <a:gd name="connsiteX2" fmla="*/ 1608861 w 1608860"/>
              <a:gd name="connsiteY2" fmla="*/ 1607523 h 1607522"/>
              <a:gd name="connsiteX3" fmla="*/ 0 w 1608860"/>
              <a:gd name="connsiteY3" fmla="*/ 1607523 h 1607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8860" h="1607522">
                <a:moveTo>
                  <a:pt x="0" y="1607523"/>
                </a:moveTo>
                <a:cubicBezTo>
                  <a:pt x="881361" y="1554898"/>
                  <a:pt x="1559915" y="836429"/>
                  <a:pt x="1608861" y="0"/>
                </a:cubicBezTo>
                <a:cubicBezTo>
                  <a:pt x="1608861" y="535172"/>
                  <a:pt x="1608861" y="1070344"/>
                  <a:pt x="1608861" y="1607523"/>
                </a:cubicBezTo>
                <a:cubicBezTo>
                  <a:pt x="1072574" y="1607523"/>
                  <a:pt x="536287" y="1607523"/>
                  <a:pt x="0" y="1607523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F5DADF5-3787-4964-82A2-820D7E5E39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4184" y="466013"/>
            <a:ext cx="10464216" cy="396000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1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add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5B-9B1E-418C-B340-656657E4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F5B1665-CF89-4C65-9299-ED31AFA4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7A5C13-4749-4A79-AFBE-43492B56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39270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1F50116-F466-4999-A7EE-116AF7DC597A}"/>
              </a:ext>
            </a:extLst>
          </p:cNvPr>
          <p:cNvSpPr/>
          <p:nvPr userDrawn="1"/>
        </p:nvSpPr>
        <p:spPr>
          <a:xfrm rot="5400000">
            <a:off x="-669" y="5249809"/>
            <a:ext cx="1608860" cy="1607522"/>
          </a:xfrm>
          <a:custGeom>
            <a:avLst/>
            <a:gdLst>
              <a:gd name="connsiteX0" fmla="*/ 0 w 1608860"/>
              <a:gd name="connsiteY0" fmla="*/ 1607523 h 1607522"/>
              <a:gd name="connsiteX1" fmla="*/ 1608861 w 1608860"/>
              <a:gd name="connsiteY1" fmla="*/ 0 h 1607522"/>
              <a:gd name="connsiteX2" fmla="*/ 1608861 w 1608860"/>
              <a:gd name="connsiteY2" fmla="*/ 1607523 h 1607522"/>
              <a:gd name="connsiteX3" fmla="*/ 0 w 1608860"/>
              <a:gd name="connsiteY3" fmla="*/ 1607523 h 1607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8860" h="1607522">
                <a:moveTo>
                  <a:pt x="0" y="1607523"/>
                </a:moveTo>
                <a:cubicBezTo>
                  <a:pt x="881361" y="1554898"/>
                  <a:pt x="1559915" y="836429"/>
                  <a:pt x="1608861" y="0"/>
                </a:cubicBezTo>
                <a:cubicBezTo>
                  <a:pt x="1608861" y="535172"/>
                  <a:pt x="1608861" y="1070344"/>
                  <a:pt x="1608861" y="1607523"/>
                </a:cubicBezTo>
                <a:cubicBezTo>
                  <a:pt x="1072574" y="1607523"/>
                  <a:pt x="536287" y="1607523"/>
                  <a:pt x="0" y="1607523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F5DADF5-3787-4964-82A2-820D7E5E39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4184" y="466013"/>
            <a:ext cx="10464216" cy="396000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1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add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5B-9B1E-418C-B340-656657E4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F5B1665-CF89-4C65-9299-ED31AFA4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7A5C13-4749-4A79-AFBE-43492B56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99803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3EEACE3-45FC-4B22-B384-247FCAFBB1FD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F5DADF5-3787-4964-82A2-820D7E5E39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4184" y="466013"/>
            <a:ext cx="10464216" cy="396000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1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add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5B-9B1E-418C-B340-656657E4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F5B1665-CF89-4C65-9299-ED31AFA4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7A5C13-4749-4A79-AFBE-43492B56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14358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3EEACE3-45FC-4B22-B384-247FCAFBB1FD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F8026E-DAF6-4700-AF37-E29BF6855FC5}"/>
              </a:ext>
            </a:extLst>
          </p:cNvPr>
          <p:cNvSpPr/>
          <p:nvPr userDrawn="1"/>
        </p:nvSpPr>
        <p:spPr>
          <a:xfrm>
            <a:off x="10583140" y="5250478"/>
            <a:ext cx="1608860" cy="1607522"/>
          </a:xfrm>
          <a:custGeom>
            <a:avLst/>
            <a:gdLst>
              <a:gd name="connsiteX0" fmla="*/ 0 w 1608860"/>
              <a:gd name="connsiteY0" fmla="*/ 1607523 h 1607522"/>
              <a:gd name="connsiteX1" fmla="*/ 1608861 w 1608860"/>
              <a:gd name="connsiteY1" fmla="*/ 0 h 1607522"/>
              <a:gd name="connsiteX2" fmla="*/ 1608861 w 1608860"/>
              <a:gd name="connsiteY2" fmla="*/ 1607523 h 1607522"/>
              <a:gd name="connsiteX3" fmla="*/ 0 w 1608860"/>
              <a:gd name="connsiteY3" fmla="*/ 1607523 h 1607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8860" h="1607522">
                <a:moveTo>
                  <a:pt x="0" y="1607523"/>
                </a:moveTo>
                <a:cubicBezTo>
                  <a:pt x="881361" y="1554898"/>
                  <a:pt x="1559915" y="836429"/>
                  <a:pt x="1608861" y="0"/>
                </a:cubicBezTo>
                <a:cubicBezTo>
                  <a:pt x="1608861" y="535172"/>
                  <a:pt x="1608861" y="1070344"/>
                  <a:pt x="1608861" y="1607523"/>
                </a:cubicBezTo>
                <a:cubicBezTo>
                  <a:pt x="1072574" y="1607523"/>
                  <a:pt x="536287" y="1607523"/>
                  <a:pt x="0" y="1607523"/>
                </a:cubicBezTo>
                <a:close/>
              </a:path>
            </a:pathLst>
          </a:custGeom>
          <a:solidFill>
            <a:schemeClr val="bg1"/>
          </a:solidFill>
          <a:ln w="1111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F5DADF5-3787-4964-82A2-820D7E5E39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4184" y="466013"/>
            <a:ext cx="10464216" cy="396000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1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add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5B-9B1E-418C-B340-656657E4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F5B1665-CF89-4C65-9299-ED31AFA4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7A5C13-4749-4A79-AFBE-43492B56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28170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3EEACE3-45FC-4B22-B384-247FCAFBB1FD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F8026E-DAF6-4700-AF37-E29BF6855FC5}"/>
              </a:ext>
            </a:extLst>
          </p:cNvPr>
          <p:cNvSpPr/>
          <p:nvPr userDrawn="1"/>
        </p:nvSpPr>
        <p:spPr>
          <a:xfrm rot="16200000">
            <a:off x="10583809" y="670"/>
            <a:ext cx="1608860" cy="1607522"/>
          </a:xfrm>
          <a:custGeom>
            <a:avLst/>
            <a:gdLst>
              <a:gd name="connsiteX0" fmla="*/ 0 w 1608860"/>
              <a:gd name="connsiteY0" fmla="*/ 1607523 h 1607522"/>
              <a:gd name="connsiteX1" fmla="*/ 1608861 w 1608860"/>
              <a:gd name="connsiteY1" fmla="*/ 0 h 1607522"/>
              <a:gd name="connsiteX2" fmla="*/ 1608861 w 1608860"/>
              <a:gd name="connsiteY2" fmla="*/ 1607523 h 1607522"/>
              <a:gd name="connsiteX3" fmla="*/ 0 w 1608860"/>
              <a:gd name="connsiteY3" fmla="*/ 1607523 h 1607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8860" h="1607522">
                <a:moveTo>
                  <a:pt x="0" y="1607523"/>
                </a:moveTo>
                <a:cubicBezTo>
                  <a:pt x="881361" y="1554898"/>
                  <a:pt x="1559915" y="836429"/>
                  <a:pt x="1608861" y="0"/>
                </a:cubicBezTo>
                <a:cubicBezTo>
                  <a:pt x="1608861" y="535172"/>
                  <a:pt x="1608861" y="1070344"/>
                  <a:pt x="1608861" y="1607523"/>
                </a:cubicBezTo>
                <a:cubicBezTo>
                  <a:pt x="1072574" y="1607523"/>
                  <a:pt x="536287" y="1607523"/>
                  <a:pt x="0" y="1607523"/>
                </a:cubicBezTo>
                <a:close/>
              </a:path>
            </a:pathLst>
          </a:custGeom>
          <a:solidFill>
            <a:schemeClr val="bg1"/>
          </a:solidFill>
          <a:ln w="1111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F5DADF5-3787-4964-82A2-820D7E5E39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4184" y="466013"/>
            <a:ext cx="10464216" cy="396000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1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add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5B-9B1E-418C-B340-656657E4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F5B1665-CF89-4C65-9299-ED31AFA4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7A5C13-4749-4A79-AFBE-43492B56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18378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3EEACE3-45FC-4B22-B384-247FCAFBB1FD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F8026E-DAF6-4700-AF37-E29BF6855FC5}"/>
              </a:ext>
            </a:extLst>
          </p:cNvPr>
          <p:cNvSpPr/>
          <p:nvPr userDrawn="1"/>
        </p:nvSpPr>
        <p:spPr>
          <a:xfrm rot="5400000">
            <a:off x="-669" y="5249809"/>
            <a:ext cx="1608860" cy="1607522"/>
          </a:xfrm>
          <a:custGeom>
            <a:avLst/>
            <a:gdLst>
              <a:gd name="connsiteX0" fmla="*/ 0 w 1608860"/>
              <a:gd name="connsiteY0" fmla="*/ 1607523 h 1607522"/>
              <a:gd name="connsiteX1" fmla="*/ 1608861 w 1608860"/>
              <a:gd name="connsiteY1" fmla="*/ 0 h 1607522"/>
              <a:gd name="connsiteX2" fmla="*/ 1608861 w 1608860"/>
              <a:gd name="connsiteY2" fmla="*/ 1607523 h 1607522"/>
              <a:gd name="connsiteX3" fmla="*/ 0 w 1608860"/>
              <a:gd name="connsiteY3" fmla="*/ 1607523 h 1607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8860" h="1607522">
                <a:moveTo>
                  <a:pt x="0" y="1607523"/>
                </a:moveTo>
                <a:cubicBezTo>
                  <a:pt x="881361" y="1554898"/>
                  <a:pt x="1559915" y="836429"/>
                  <a:pt x="1608861" y="0"/>
                </a:cubicBezTo>
                <a:cubicBezTo>
                  <a:pt x="1608861" y="535172"/>
                  <a:pt x="1608861" y="1070344"/>
                  <a:pt x="1608861" y="1607523"/>
                </a:cubicBezTo>
                <a:cubicBezTo>
                  <a:pt x="1072574" y="1607523"/>
                  <a:pt x="536287" y="1607523"/>
                  <a:pt x="0" y="1607523"/>
                </a:cubicBezTo>
                <a:close/>
              </a:path>
            </a:pathLst>
          </a:custGeom>
          <a:solidFill>
            <a:schemeClr val="bg1"/>
          </a:solidFill>
          <a:ln w="1111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F5DADF5-3787-4964-82A2-820D7E5E39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4184" y="466013"/>
            <a:ext cx="10464216" cy="396000"/>
          </a:xfrm>
        </p:spPr>
        <p:txBody>
          <a:bodyPr anchor="b"/>
          <a:lstStyle>
            <a:lvl1pPr marL="0" indent="0">
              <a:buNone/>
              <a:defRPr>
                <a:solidFill>
                  <a:schemeClr val="accent1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add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5B-9B1E-418C-B340-656657E4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F5B1665-CF89-4C65-9299-ED31AFA4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7A5C13-4749-4A79-AFBE-43492B56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12012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3EEACE3-45FC-4B22-B384-247FCAFBB1FD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>
              <a:solidFill>
                <a:schemeClr val="bg1"/>
              </a:solidFill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AFAB145-379B-4CF5-9B9B-E49F5068DF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3482" y="5797550"/>
            <a:ext cx="1413494" cy="424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2014" y="862014"/>
            <a:ext cx="9054479" cy="2160000"/>
          </a:xfrm>
        </p:spPr>
        <p:txBody>
          <a:bodyPr anchor="t"/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end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F5DADF5-3787-4964-82A2-820D7E5E39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2013" y="5127271"/>
            <a:ext cx="3561131" cy="287670"/>
          </a:xfrm>
        </p:spPr>
        <p:txBody>
          <a:bodyPr anchor="t"/>
          <a:lstStyle>
            <a:lvl1pPr marL="0" indent="0">
              <a:buNone/>
              <a:defRPr sz="1200">
                <a:solidFill>
                  <a:schemeClr val="bg1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3F876-92B1-45B8-B00B-66961DCB8A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2014" y="5420648"/>
            <a:ext cx="3560762" cy="28767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email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CFC7C5-E954-4898-8B12-150B3A88FEC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2013" y="5708318"/>
            <a:ext cx="3560762" cy="28767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Consolas" panose="02000506030000020004" pitchFamily="2" charset="0"/>
              </a:defRPr>
            </a:lvl1pPr>
          </a:lstStyle>
          <a:p>
            <a:pPr lvl="0"/>
            <a:r>
              <a:rPr lang="en-GB" dirty="0"/>
              <a:t>Click to add phone no.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5B-9B1E-418C-B340-656657E4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F5B1665-CF89-4C65-9299-ED31AFA4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7A5C13-4749-4A79-AFBE-43492B56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860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14" y="862013"/>
            <a:ext cx="10451539" cy="108108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516" y="2339999"/>
            <a:ext cx="10442037" cy="36544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Level 1 (Enter+TAB for next text level, SHIFT+TAB to go back in levels)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4, Header</a:t>
            </a:r>
          </a:p>
          <a:p>
            <a:pPr lvl="4"/>
            <a:r>
              <a:rPr lang="en-GB" noProof="0" dirty="0"/>
              <a:t>Level 5, Body</a:t>
            </a:r>
          </a:p>
          <a:p>
            <a:pPr lvl="5"/>
            <a:r>
              <a:rPr lang="en-GB" noProof="0" dirty="0"/>
              <a:t>Level 6</a:t>
            </a:r>
          </a:p>
          <a:p>
            <a:pPr lvl="6"/>
            <a:r>
              <a:rPr lang="en-GB" noProof="0" dirty="0"/>
              <a:t>Level 7</a:t>
            </a:r>
          </a:p>
          <a:p>
            <a:pPr lvl="7"/>
            <a:r>
              <a:rPr lang="en-GB" noProof="0" dirty="0"/>
              <a:t>Level 8</a:t>
            </a:r>
          </a:p>
          <a:p>
            <a:pPr lvl="8"/>
            <a:r>
              <a:rPr lang="en-GB" noProof="0" dirty="0"/>
              <a:t>Level 9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3F1B6-0743-4D14-8B95-B030120DE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2013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60BDC-2796-43E8-A075-B3BFBC3B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92879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29" r:id="rId2"/>
    <p:sldLayoutId id="2147483772" r:id="rId3"/>
    <p:sldLayoutId id="2147483737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32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  <p:sldLayoutId id="2147483785" r:id="rId18"/>
    <p:sldLayoutId id="2147483786" r:id="rId19"/>
    <p:sldLayoutId id="2147483787" r:id="rId20"/>
    <p:sldLayoutId id="2147483789" r:id="rId21"/>
    <p:sldLayoutId id="2147483788" r:id="rId22"/>
    <p:sldLayoutId id="2147483790" r:id="rId23"/>
    <p:sldLayoutId id="2147483791" r:id="rId24"/>
    <p:sldLayoutId id="2147483756" r:id="rId25"/>
    <p:sldLayoutId id="2147483794" r:id="rId26"/>
    <p:sldLayoutId id="2147483755" r:id="rId27"/>
    <p:sldLayoutId id="2147483792" r:id="rId28"/>
    <p:sldLayoutId id="2147483793" r:id="rId29"/>
    <p:sldLayoutId id="2147483795" r:id="rId30"/>
    <p:sldLayoutId id="2147483796" r:id="rId31"/>
    <p:sldLayoutId id="2147483797" r:id="rId32"/>
    <p:sldLayoutId id="2147483798" r:id="rId33"/>
    <p:sldLayoutId id="2147483799" r:id="rId34"/>
  </p:sldLayoutIdLst>
  <p:hf sldNum="0" hdr="0" ftr="0" dt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800" b="0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54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1800" kern="1200" baseline="0">
          <a:solidFill>
            <a:schemeClr val="accent1"/>
          </a:solidFill>
          <a:latin typeface="Consolas" panose="02000506030000020004" pitchFamily="2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43" userDrawn="1">
          <p15:clr>
            <a:srgbClr val="A4A3A4"/>
          </p15:clr>
        </p15:guide>
        <p15:guide id="2" pos="7136" userDrawn="1">
          <p15:clr>
            <a:srgbClr val="A4A3A4"/>
          </p15:clr>
        </p15:guide>
        <p15:guide id="3" orient="horz" pos="543" userDrawn="1">
          <p15:clr>
            <a:srgbClr val="A4A3A4"/>
          </p15:clr>
        </p15:guide>
        <p15:guide id="4" orient="horz" pos="1222" userDrawn="1">
          <p15:clr>
            <a:srgbClr val="A4A3A4"/>
          </p15:clr>
        </p15:guide>
        <p15:guide id="5" orient="horz" pos="1474" userDrawn="1">
          <p15:clr>
            <a:srgbClr val="A4A3A4"/>
          </p15:clr>
        </p15:guide>
        <p15:guide id="6" orient="horz" pos="3776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3E9D1-3F51-B894-9C05-1979524996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L" dirty="0"/>
              <a:t>Example Templated PowerPoint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C35609-3C98-4DFF-A9FA-F8184135B0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 This is a simple plain presentation from our template</a:t>
            </a:r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253717055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5B9BD5"/>
      </a:accent2>
      <a:accent3>
        <a:srgbClr val="FFC000"/>
      </a:accent3>
      <a:accent4>
        <a:srgbClr val="E7E6E6"/>
      </a:accent4>
      <a:accent5>
        <a:srgbClr val="44546A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36000" rIns="72000" bIns="36000" rtlCol="0" anchor="ctr"/>
      <a:lstStyle>
        <a:defPPr algn="ctr">
          <a:defRPr sz="2000" noProof="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F643652B-558A-8249-B88A-ABBF8E5D0936}" vid="{3C5AE7B3-4E88-5C47-B8E1-AA96C3AB1A9C}"/>
    </a:ext>
  </a:extLst>
</a:theme>
</file>

<file path=ppt/theme/theme2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Example Org</Template>
  <TotalTime>1</TotalTime>
  <Words>13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Consolas</vt:lpstr>
      <vt:lpstr>Arial</vt:lpstr>
      <vt:lpstr>Arial</vt:lpstr>
      <vt:lpstr>Arial</vt:lpstr>
      <vt:lpstr>Arial Black</vt:lpstr>
      <vt:lpstr>Example Org</vt:lpstr>
      <vt:lpstr>Example Templated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2026-05-20T00:14:54Z</dcterms:created>
  <dcterms:modified xsi:type="dcterms:W3CDTF">2026-05-20T00:15:57Z</dcterms:modified>
</cp:coreProperties>
</file>