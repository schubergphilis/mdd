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 autoAdjust="0"/>
    <p:restoredTop sz="94759" autoAdjust="0"/>
  </p:normalViewPr>
  <p:slideViewPr>
    <p:cSldViewPr snapToGrid="0" snapToObjects="1">
      <p:cViewPr varScale="1">
        <p:scale>
          <a:sx n="119" d="100"/>
          <a:sy n="119" d="100"/>
        </p:scale>
        <p:origin x="240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6FA20-5B1B-24E2-A47C-FEA4CF0B8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400" y="1940400"/>
            <a:ext cx="8128799" cy="3474000"/>
          </a:xfrm>
        </p:spPr>
        <p:txBody>
          <a:bodyPr lIns="90000" tIns="36000" bIns="36000" anchor="b">
            <a:noAutofit/>
          </a:bodyPr>
          <a:lstStyle>
            <a:lvl1pPr algn="l">
              <a:defRPr sz="6000" b="1" i="0">
                <a:latin typeface="Arial Black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AD38B-689A-367A-93AE-5A9030F6D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400" y="5601600"/>
            <a:ext cx="8128799" cy="392400"/>
          </a:xfrm>
        </p:spPr>
        <p:txBody>
          <a:bodyPr tIns="90000" bIns="90000">
            <a:noAutofit/>
          </a:bodyPr>
          <a:lstStyle>
            <a:lvl1pPr marL="0" indent="0" algn="l">
              <a:buNone/>
              <a:defRPr sz="1600" b="0" i="0">
                <a:latin typeface="Consolas" panose="0200050603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75BCBB2-0CE2-C560-F913-02A9D00659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3482" y="5797550"/>
            <a:ext cx="1413494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357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708E5-D499-8500-AA84-CFC5756E3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tIns="36000" bIns="36000"/>
          <a:lstStyle/>
          <a:p>
            <a:r>
              <a:rPr lang="en-GB"/>
              <a:t>Click to edit Master title style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15B5B-626F-7F90-8738-0674DFEA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7E846-F25B-1774-7B4B-355D8173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02678-D7E2-4F55-B5EC-AA455F08C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02BBF-B1F1-B898-7026-552FF6F0D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7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F134-D737-1F43-F773-BBC0F1866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01" y="1940399"/>
            <a:ext cx="8128799" cy="3474000"/>
          </a:xfrm>
        </p:spPr>
        <p:txBody>
          <a:bodyPr lIns="90000" anchor="b">
            <a:noAutofit/>
          </a:bodyPr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B25D5-1C28-BA7C-AAE7-377B157C0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400" y="5601600"/>
            <a:ext cx="8128799" cy="392400"/>
          </a:xfrm>
        </p:spPr>
        <p:txBody>
          <a:bodyPr lIns="90000" anchor="ctr" anchorCtr="0"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9982C-D363-7BB5-3F39-84A07D9B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E3DA4-85DB-193B-A6A1-E6C05985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5F66C-92F5-4967-0744-A9B9C045F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56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DC68-CDCA-18FE-858C-69E1E19D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7765E-369E-3220-1919-7A36571DFE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4B784-FEC6-AC2B-3447-95A9CFC30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BB502-EFBD-2EAB-1EE7-1CE6EAF96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AEC42-7E4D-03F1-6919-785CCAE6E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E72D9-D461-BEE9-1840-9FA8F3C5A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5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336B-2458-5476-C977-7A3C4AFC1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/>
              <a:t>Click to edit Master title style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4C83B-DF1C-972E-E80A-3F3D00025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69F63-732C-DB39-E6DB-C9421CCD7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74864-081B-A737-0500-98B4B83168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E65821-0BC3-A8D1-85D0-541F06542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B793F-4AED-AA39-20B7-7D7F51ED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03B6E-ED51-EE46-09D9-5D729BA5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40609D-32A5-1C60-14F1-FDF16976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7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EE75-CD4E-3914-3DCD-B280B1AB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C102D8-65DD-CD58-E44E-7417D2B4E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50DD5-FB08-12ED-5913-8C9B997AE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5D3C7-D12E-793D-629A-5683D31A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9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399D2A-4519-0309-6A5E-B5C1A457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25030-596E-EE44-96AA-DAF431C75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051B9-DD67-60BD-9BAD-CC5FFE2B9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52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67B84-932F-E55A-8E87-E32B6E28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E9659-15A0-0494-33C0-00826ACCB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46FC2-5C4A-B671-3E14-F2781E8EA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A5513-622C-A05A-80C0-85F8DF19F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1BAC8-076A-5D19-50DF-7348DF45B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1666E-1EDA-FBE5-23E0-5DBFC143D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6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065A1-47AE-09CE-8DBF-5A3E73F56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9478D-4682-6C0F-1BEF-D536A5D81D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F1AA2-E45B-B89F-D476-B5C6C3A2C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4E58-8A98-C658-0B1E-6A11E41F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47077-C27D-679B-B323-3A42F1ADB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C99B-C66F-0505-AC6A-62A6B4EE0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36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C8A38F-89F6-A977-99E2-21997525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36000" rIns="91440" bIns="36000" rtlCol="0" anchor="b" anchorCtr="0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26C43-C856-013A-20A7-B7ED2BAB0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04891-65CD-8410-4A2B-6F3FDDB24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rial" panose="02000503020000020004" pitchFamily="2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5/25/26</a:t>
            </a:fld>
            <a:endParaRPr lang="en-US">
              <a:latin typeface="Arial" panose="02000503020000020004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C0240-B971-B96A-FA88-E96E4360A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rial" panose="02000503020000020004" pitchFamily="2" charset="0"/>
              </a:defRPr>
            </a:lvl1pPr>
          </a:lstStyle>
          <a:p>
            <a:endParaRPr lang="en-US">
              <a:latin typeface="Arial" panose="02000503020000020004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D78CD-7A1D-2D6E-3B5A-6FDE68F96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rial" panose="02000503020000020004" pitchFamily="2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>
              <a:latin typeface="Arial" panose="0200050302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9AFB12-40E3-AE9A-3C32-24926CB9F853}"/>
              </a:ext>
            </a:extLst>
          </p:cNvPr>
          <p:cNvSpPr txBox="1"/>
          <p:nvPr userDrawn="1"/>
        </p:nvSpPr>
        <p:spPr>
          <a:xfrm>
            <a:off x="4508225" y="6643680"/>
            <a:ext cx="3175549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Contains AI-generated content, which may be incorrect.</a:t>
            </a:r>
            <a:endParaRPr lang="en-NL" sz="1000" dirty="0" err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270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 Black" panose="02000503020000020004" pitchFamily="2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0050302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0050302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Arial" panose="0200050302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rial" panose="0200050302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rial" panose="0200050302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5C56-5929-D68B-91EA-C80DD97BB2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87A2A-1BA5-C893-F5DD-EAC0F1AA85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2891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DEDF3-29D6-D2A5-8B05-CB9E91828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75174-3220-E9B1-2A1A-5ACCAFB1D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9361679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5B9BD5"/>
      </a:accent2>
      <a:accent3>
        <a:srgbClr val="FFC000"/>
      </a:accent3>
      <a:accent4>
        <a:srgbClr val="ED7D31"/>
      </a:accent4>
      <a:accent5>
        <a:srgbClr val="7030A0"/>
      </a:accent5>
      <a:accent6>
        <a:srgbClr val="C00000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6" id="{FC49413E-083A-CF4B-90EB-90DB086D3151}" vid="{8CC67D6B-803F-E042-BE6F-727E932CE700}"/>
    </a:ext>
  </a:extLst>
</a:theme>
</file>

<file path=ppt/theme/theme2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Arial</vt:lpstr>
      <vt:lpstr>Arial Black</vt:lpstr>
      <vt:lpstr>Consolas</vt:lpstr>
      <vt:lpstr>Default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2026-05-25T13:51:25Z</dcterms:created>
  <dcterms:modified xsi:type="dcterms:W3CDTF">2026-05-25T13:51:56Z</dcterms:modified>
</cp:coreProperties>
</file>